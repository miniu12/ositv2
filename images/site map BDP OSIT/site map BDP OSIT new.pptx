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</p:sldIdLst>
  <p:sldSz cx="6858000" cy="3429000"/>
  <p:notesSz cx="6858000" cy="9144000"/>
  <p:defaultTextStyle>
    <a:defPPr>
      <a:defRPr lang="en-US"/>
    </a:defPPr>
    <a:lvl1pPr marL="0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9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4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58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3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88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2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17" algn="l" defTabSz="4571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0E1"/>
    <a:srgbClr val="96DCF8"/>
    <a:srgbClr val="78206E"/>
    <a:srgbClr val="D9F2D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561182"/>
            <a:ext cx="5143500" cy="11938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801022"/>
            <a:ext cx="5143500" cy="82788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1" indent="0" algn="ctr">
              <a:buNone/>
              <a:defRPr sz="1000"/>
            </a:lvl2pPr>
            <a:lvl3pPr marL="457202" indent="0" algn="ctr">
              <a:buNone/>
              <a:defRPr sz="900"/>
            </a:lvl3pPr>
            <a:lvl4pPr marL="685803" indent="0" algn="ctr">
              <a:buNone/>
              <a:defRPr sz="800"/>
            </a:lvl4pPr>
            <a:lvl5pPr marL="914404" indent="0" algn="ctr">
              <a:buNone/>
              <a:defRPr sz="800"/>
            </a:lvl5pPr>
            <a:lvl6pPr marL="1143005" indent="0" algn="ctr">
              <a:buNone/>
              <a:defRPr sz="800"/>
            </a:lvl6pPr>
            <a:lvl7pPr marL="1371606" indent="0" algn="ctr">
              <a:buNone/>
              <a:defRPr sz="800"/>
            </a:lvl7pPr>
            <a:lvl8pPr marL="1600206" indent="0" algn="ctr">
              <a:buNone/>
              <a:defRPr sz="800"/>
            </a:lvl8pPr>
            <a:lvl9pPr marL="1828807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126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038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854872"/>
            <a:ext cx="5915025" cy="1426369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8" y="2294732"/>
            <a:ext cx="5915025" cy="750094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1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3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4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5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6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6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7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615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912812"/>
            <a:ext cx="291465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912812"/>
            <a:ext cx="291465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868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3" y="182563"/>
            <a:ext cx="5915025" cy="662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840582"/>
            <a:ext cx="2901255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1" indent="0">
              <a:buNone/>
              <a:defRPr sz="1000" b="1"/>
            </a:lvl2pPr>
            <a:lvl3pPr marL="457202" indent="0">
              <a:buNone/>
              <a:defRPr sz="900" b="1"/>
            </a:lvl3pPr>
            <a:lvl4pPr marL="685803" indent="0">
              <a:buNone/>
              <a:defRPr sz="800" b="1"/>
            </a:lvl4pPr>
            <a:lvl5pPr marL="914404" indent="0">
              <a:buNone/>
              <a:defRPr sz="800" b="1"/>
            </a:lvl5pPr>
            <a:lvl6pPr marL="1143005" indent="0">
              <a:buNone/>
              <a:defRPr sz="800" b="1"/>
            </a:lvl6pPr>
            <a:lvl7pPr marL="1371606" indent="0">
              <a:buNone/>
              <a:defRPr sz="800" b="1"/>
            </a:lvl7pPr>
            <a:lvl8pPr marL="1600206" indent="0">
              <a:buNone/>
              <a:defRPr sz="800" b="1"/>
            </a:lvl8pPr>
            <a:lvl9pPr marL="1828807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1252538"/>
            <a:ext cx="2901255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840582"/>
            <a:ext cx="2915543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1" indent="0">
              <a:buNone/>
              <a:defRPr sz="1000" b="1"/>
            </a:lvl2pPr>
            <a:lvl3pPr marL="457202" indent="0">
              <a:buNone/>
              <a:defRPr sz="900" b="1"/>
            </a:lvl3pPr>
            <a:lvl4pPr marL="685803" indent="0">
              <a:buNone/>
              <a:defRPr sz="800" b="1"/>
            </a:lvl4pPr>
            <a:lvl5pPr marL="914404" indent="0">
              <a:buNone/>
              <a:defRPr sz="800" b="1"/>
            </a:lvl5pPr>
            <a:lvl6pPr marL="1143005" indent="0">
              <a:buNone/>
              <a:defRPr sz="800" b="1"/>
            </a:lvl6pPr>
            <a:lvl7pPr marL="1371606" indent="0">
              <a:buNone/>
              <a:defRPr sz="800" b="1"/>
            </a:lvl7pPr>
            <a:lvl8pPr marL="1600206" indent="0">
              <a:buNone/>
              <a:defRPr sz="800" b="1"/>
            </a:lvl8pPr>
            <a:lvl9pPr marL="1828807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1252538"/>
            <a:ext cx="2915543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129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68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807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228600"/>
            <a:ext cx="2211883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493716"/>
            <a:ext cx="3471863" cy="243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1028700"/>
            <a:ext cx="2211883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1" indent="0">
              <a:buNone/>
              <a:defRPr sz="700"/>
            </a:lvl2pPr>
            <a:lvl3pPr marL="457202" indent="0">
              <a:buNone/>
              <a:defRPr sz="600"/>
            </a:lvl3pPr>
            <a:lvl4pPr marL="685803" indent="0">
              <a:buNone/>
              <a:defRPr sz="500"/>
            </a:lvl4pPr>
            <a:lvl5pPr marL="914404" indent="0">
              <a:buNone/>
              <a:defRPr sz="500"/>
            </a:lvl5pPr>
            <a:lvl6pPr marL="1143005" indent="0">
              <a:buNone/>
              <a:defRPr sz="500"/>
            </a:lvl6pPr>
            <a:lvl7pPr marL="1371606" indent="0">
              <a:buNone/>
              <a:defRPr sz="500"/>
            </a:lvl7pPr>
            <a:lvl8pPr marL="1600206" indent="0">
              <a:buNone/>
              <a:defRPr sz="500"/>
            </a:lvl8pPr>
            <a:lvl9pPr marL="1828807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90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228600"/>
            <a:ext cx="2211883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493716"/>
            <a:ext cx="3471863" cy="243681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1" indent="0">
              <a:buNone/>
              <a:defRPr sz="1400"/>
            </a:lvl2pPr>
            <a:lvl3pPr marL="457202" indent="0">
              <a:buNone/>
              <a:defRPr sz="1200"/>
            </a:lvl3pPr>
            <a:lvl4pPr marL="685803" indent="0">
              <a:buNone/>
              <a:defRPr sz="1000"/>
            </a:lvl4pPr>
            <a:lvl5pPr marL="914404" indent="0">
              <a:buNone/>
              <a:defRPr sz="1000"/>
            </a:lvl5pPr>
            <a:lvl6pPr marL="1143005" indent="0">
              <a:buNone/>
              <a:defRPr sz="1000"/>
            </a:lvl6pPr>
            <a:lvl7pPr marL="1371606" indent="0">
              <a:buNone/>
              <a:defRPr sz="1000"/>
            </a:lvl7pPr>
            <a:lvl8pPr marL="1600206" indent="0">
              <a:buNone/>
              <a:defRPr sz="1000"/>
            </a:lvl8pPr>
            <a:lvl9pPr marL="1828807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1028700"/>
            <a:ext cx="2211883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1" indent="0">
              <a:buNone/>
              <a:defRPr sz="700"/>
            </a:lvl2pPr>
            <a:lvl3pPr marL="457202" indent="0">
              <a:buNone/>
              <a:defRPr sz="600"/>
            </a:lvl3pPr>
            <a:lvl4pPr marL="685803" indent="0">
              <a:buNone/>
              <a:defRPr sz="500"/>
            </a:lvl4pPr>
            <a:lvl5pPr marL="914404" indent="0">
              <a:buNone/>
              <a:defRPr sz="500"/>
            </a:lvl5pPr>
            <a:lvl6pPr marL="1143005" indent="0">
              <a:buNone/>
              <a:defRPr sz="500"/>
            </a:lvl6pPr>
            <a:lvl7pPr marL="1371606" indent="0">
              <a:buNone/>
              <a:defRPr sz="500"/>
            </a:lvl7pPr>
            <a:lvl8pPr marL="1600206" indent="0">
              <a:buNone/>
              <a:defRPr sz="500"/>
            </a:lvl8pPr>
            <a:lvl9pPr marL="1828807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76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428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82566"/>
            <a:ext cx="1478756" cy="29059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82566"/>
            <a:ext cx="4350544" cy="2905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4674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182563"/>
            <a:ext cx="591502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912812"/>
            <a:ext cx="5915025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3178178"/>
            <a:ext cx="154305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A03E8-5B9C-4E54-A5A2-3236E5F82523}" type="datetimeFigureOut">
              <a:rPr lang="en-IE" smtClean="0"/>
              <a:t>01/12/2025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3178178"/>
            <a:ext cx="2314575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3178178"/>
            <a:ext cx="154305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26878-FA18-41B4-860B-F8D22FFBD47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658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2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1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2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3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4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5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6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7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8" indent="-114300" algn="l" defTabSz="457202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1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2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3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4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5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6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6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7" algn="l" defTabSz="457202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A1326-631D-D496-27F1-3D11B90B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402084C-EEA4-2DFA-4FD6-90AE30F4DEF7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FE9C8B-84CE-01C9-D398-9653FD7AB2EC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73677C-18B3-BCC0-F282-46496FB4B4D9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9DAAC5A-C681-D46F-27CC-3489BBDE5525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A96C009-872F-6BB8-E35C-2ACEF1D5FA93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2F0556BF-B1E4-0C9D-6A33-BA1FAC636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098F8E8-3E42-E27F-A5E7-ED97C56DC3B6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0477F41-7B4A-6599-7B32-88D63DA4E704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E2A4D44-47CE-5EDC-8BE8-C4658EF6D7B3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893D80-66D6-6058-43A5-19435AE2AC5E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9D77C4E0-0176-7278-1785-60D203B69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A9DFBF6-0D85-E45E-3D05-19B54AEAB2A3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1F6A6BF-9BE3-5765-9555-77C184DEE4DB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98B9724-2B66-930B-2865-EF40F57CB24B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E4D0A4-D834-44C3-5B0B-D15CB25971A9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FA1CB8B4-541E-EBF4-70FF-39BCA9887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84B9CBD-1F0A-157A-44C6-6DD7D1DAD69C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DEF05C6-1360-23D8-FCF4-4D25E2011F01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32E443-B71E-0E1C-6DDE-E0E455EEF973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1FDAEE51-E398-B741-D831-27586E1C6D0A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6914CEED-38C3-24D1-8E45-F964DFB5D5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7A6FF05-73AB-53BB-5ED8-052680D212EC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8EDBA6D3-90F6-D8A7-6BDA-DFD4DBC7552A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7C3191BC-7940-55B2-00AF-A47192015C2A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DDA7E76-97C8-1243-6BC3-A90D7CCE65AB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DCB6491-88F2-232E-9CEF-2BD4056FE5C7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3381859-1A80-02FB-9F10-D3B537BB4C0C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48E75ABA-AC65-5657-B51C-50C4591989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EF46B60D-4AA3-F013-2F0C-54D6790C7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ED6DFC-2139-3B57-ADF1-EC07C42A24E3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C5CDE0-2293-225C-74D9-21BF091A021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141D10-5453-E28E-DA0F-CF576DA05705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91BED0-C003-F4F7-637C-BFA21252D8FE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A0EA1A-C992-1F49-0774-0A37A167AA53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ACE6BE8-22EE-76FB-3276-973E8E451A43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0B79565-6112-A1F4-9438-2E5EF1DD10C2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FFF38A-4A79-41CB-2FED-6C7BBAF60484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8C50D4B-F7DE-3CCD-E8A9-4FF44748401A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DA2BD91-008E-4C7A-7910-2B03BF480900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C034495-6D0D-4FE3-AA89-565CD1665300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5F46B70-00DF-A36C-A39F-75609BF4095C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D7D85636-6921-0CEC-019A-C976699E68ED}"/>
              </a:ext>
            </a:extLst>
          </p:cNvPr>
          <p:cNvSpPr/>
          <p:nvPr/>
        </p:nvSpPr>
        <p:spPr>
          <a:xfrm rot="1822425">
            <a:off x="3670054" y="262169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127DE32-84C7-3DAA-1933-0A0A4F72AAE5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1750283-18E6-4590-8C1B-6F3423904E5E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1E5F3A-33AC-877F-74C0-C8ADF2AC43C5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E1BB1C-AE83-4E70-F432-7C332651F657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FBE75C7-1F4E-4338-DB3C-6AF96A13F4E0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26FC667-7668-4675-56C3-AF4421B2A17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2DD4572-D712-0210-6C21-7DC9FD2EC4A0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BFD17A1-5A10-D6E0-9764-81BA0008303A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73410F-6725-11F2-252F-613DEB2DEDE7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57B38FE-8AC0-0AA0-2742-EA67334595A2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A3F5D23-2942-B33F-D19D-C17C20EAD6F9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2E8AAEE-902D-07FA-44A0-E4B999D9F2EB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</p:spTree>
    <p:extLst>
      <p:ext uri="{BB962C8B-B14F-4D97-AF65-F5344CB8AC3E}">
        <p14:creationId xmlns:p14="http://schemas.microsoft.com/office/powerpoint/2010/main" val="289019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B2BC9-D2F5-D50D-1E92-28DEE417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2741123-2366-E9F2-1786-F76A4A8DB404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EA409F-B4EC-92DD-BBE7-9A0249571AFB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9BA534-7F44-1B66-A17A-C7B335A94A6C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DF98815-86EF-9355-9564-EC36228484E5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51AF970-D728-35AB-7E3C-F35DA2F109B8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842EA7F7-47A6-068C-0ABF-EACD632DD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151BB1D-4DA4-CFD8-C1BD-D8F2C255AAC5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3F2BA8C-D59B-984B-AA14-E1A7105E3595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BEEB087-66D5-7898-5544-09697BB15DCB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4766A9-D8F0-8F79-DD3F-58FEFD9E8F43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4711497B-EB9F-D487-0A4E-5EC5611B7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4ACFE09-4A33-20C6-1CD0-6ED55A464117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506B994-FD47-6601-2592-3429CA950733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D6F50A15-BED0-83A9-531A-4075C84EAC05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8F512F-3F1E-5346-0034-7614B001062A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72ECC453-DBD5-E4C3-D33A-DD3AF78FB6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662DFAB-0639-11CF-598A-50F48A6ED791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8DA7FFC-1664-B303-9CCE-9CBDBCC953E0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738638-AE82-758D-527D-8D4A97E60743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F00BEDD-2DA7-B4FA-5D62-3F3271833A65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684E2EED-3538-C105-C52F-DDC7969282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06BE7B5D-265F-C404-F02E-3B3568E8E8D6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E4C0546-AB1A-D716-ACE2-FDF0E0AD9C38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22375543-D92C-B7E9-4908-893640CDAE6C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062FB9-C3B6-6E8D-0558-5F99F0F85D32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3FC59D89-A014-2876-134E-5F575E7F61BF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95AC7E3D-C44A-6AEA-0BD3-18476FB3CF28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7A06DF42-3494-CAF1-102E-F9B526477F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C64BE61D-A178-3C78-3C6E-35A0ADC11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113245-3512-FAA0-7157-41E3754E7719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74AE78-441E-ABB1-0A05-544DC169920B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D52810-0428-2B2F-ACF7-649FED75F89A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8C7894E-E72E-7FF1-56D2-DC840099E847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3D7038-7735-A720-3D03-E77314A5E57B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4BD4B4D-9CAE-8934-7309-6EC1FEC82D86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41AA509-AFC3-913D-AC0F-504C2984E560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4D51CAE-9921-692F-55DA-034A64C95137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1561A5E-18B9-B289-E0F4-1EAB998C20E8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F8C10E2-487B-A6E8-97DE-94574D60228B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F972347-F564-08F3-5F66-91B37B87E77B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0BDD6F7-B8AB-7276-DF72-FFBF4DB069E2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E494F4F7-C675-B655-AB07-A752E744D643}"/>
              </a:ext>
            </a:extLst>
          </p:cNvPr>
          <p:cNvSpPr/>
          <p:nvPr/>
        </p:nvSpPr>
        <p:spPr>
          <a:xfrm rot="1822425">
            <a:off x="2549072" y="72877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E55ABC1-91E1-5125-285E-756BD7D4A643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F745EBF-6BFC-C3BC-98D5-968564F6340A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6B6206-9802-823D-3381-A99F9AABD22A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53422B-A55C-6571-359F-C5522178809D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F6053A-C6BB-389C-1E76-1D35E6E0DC04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92D520C-5377-E8AA-3956-FDD96A38CD7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145B84-7533-5D9A-4506-342DC34C3953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3913520-DD9E-9868-D8EE-5D87F22B3B84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74D855-C46D-835D-AACA-03C20DAF1660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6FD4AD5-924F-C4BA-BECF-DE498A493A26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CAAF134-786C-000E-4C32-5E09BC50CA01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D8FC0F3-226C-6380-A864-5281E0AAACB2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</p:spTree>
    <p:extLst>
      <p:ext uri="{BB962C8B-B14F-4D97-AF65-F5344CB8AC3E}">
        <p14:creationId xmlns:p14="http://schemas.microsoft.com/office/powerpoint/2010/main" val="148815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E153A-333A-F999-61D1-B2499293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4229DCD-DD76-BF97-DF51-82BBC00DF512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2F74E-D61F-B893-78AA-C37278AE0DEE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ADA867-B6E8-1086-CAA0-F128AF7809FF}"/>
              </a:ext>
            </a:extLst>
          </p:cNvPr>
          <p:cNvSpPr/>
          <p:nvPr/>
        </p:nvSpPr>
        <p:spPr>
          <a:xfrm>
            <a:off x="284462" y="1455185"/>
            <a:ext cx="804924" cy="61678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F838044-F1D4-DC55-77FB-A56ACE7701FA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FAC59F2-D511-FE1D-94EA-438D35630850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E3C0BAAE-80AB-58AC-1C60-D42489F4C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637BCAA-83BA-9EEC-6B8B-95C71590F36E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2F9FC31-D465-2712-DACA-13753358CA92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91A1715-7153-8715-359A-826886FB9154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8BDEB5-F02A-F5F7-02F2-275DD8166027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50D40056-4E27-43DB-BB5F-537C26893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2F26AC0-0FA9-E2FD-26DC-53AED271A8FA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20F049A-3734-5D64-59AF-04D0FF1D9E08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0959816-7809-185F-3014-57026226C007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ED2BA8-D0F4-7F0A-F614-369A3D36DD9F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3F1606C2-5F8E-95D0-B3D3-7F0FE7C6B7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1687654-5E17-F2A0-2E6E-6698A2CB69F0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1D2BA4B-76B5-D353-D508-113CE749A9DD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DC86B6-B150-A8EC-CB77-5B68C301DAB8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FE8D55C-606F-C639-36EB-8B3D9B970D98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0C269263-211B-3EBB-F3EB-8DF7A19760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38AEE7CB-3276-59A2-2DB7-6EA4BCC462BA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D8838EFE-3A51-CA51-D49C-43EFDE8A124B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29B919E-B617-3321-42D4-42ABB817D8F8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175A51-1974-86CE-BBEF-5C46CF547BCD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2BB6C5A-1C3C-E203-6450-24A8D3F7EE48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785D459-629A-EDC5-8BDD-8EF4B483585C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B0E6A7A0-B45D-2128-A27C-D8FC38A7A7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A5A18F4C-0863-4FE7-CBED-327B9C419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BDD3F5-5A16-D4BA-5607-784E668DD66E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77B2C47-360B-48DB-F77F-A56E03969203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2D66B3-4194-B355-B1BA-28A3002A3C73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FFB00C5-0D98-DBF5-8DD0-026661378542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B8D5F4-431E-CBC0-8678-FE7D0FD2A7AB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B6C7CF1-8036-3D06-B533-233E01FB207B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DA45D0A-E483-8FAB-EA6B-9815554C253C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D70EC55-9C56-0CD9-C8EF-5DBD092088F6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E33EA5C-3F9A-E4B2-800D-8F402F452530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2EE5585-CFCF-356B-5CF3-BE6EC9217FCE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957EC86-20DA-CB50-6DC2-871E7C2C1BCE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651E45E-1C81-906E-0597-65AC57837CB1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51A47B5B-6330-40BC-0FE9-826E508CCAF1}"/>
              </a:ext>
            </a:extLst>
          </p:cNvPr>
          <p:cNvSpPr/>
          <p:nvPr/>
        </p:nvSpPr>
        <p:spPr>
          <a:xfrm rot="1822425">
            <a:off x="935508" y="1075611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B99BB0B-EB78-A12C-E0A8-3535D99E3D62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3FA178D-40FC-E4AA-E441-83E4B7EBE0D0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081C43-5898-505A-DD5B-7387248553CE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9C6AA5-D7E7-F27C-8925-5F28DBF15935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A98B25C-CDF2-BE4A-2220-FB96BDB2489F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CDE70DE-4AEA-955F-6643-9BBE11A755E2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6EDF57C-F96D-D160-A3C2-6AE634B8EDE4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5DE6B10-0F99-0FFC-7E6D-D2C3BEEBBF94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221648C-51BF-7BBF-26A2-CE5500A5F7E9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5D9A87D-0E9A-EF0D-CE50-7A529F8441DF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A41D2C4-B4B7-D73A-977F-0A51DFA130E5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034AFCC-5471-F510-0D4E-5351948D29F5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19050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</p:spTree>
    <p:extLst>
      <p:ext uri="{BB962C8B-B14F-4D97-AF65-F5344CB8AC3E}">
        <p14:creationId xmlns:p14="http://schemas.microsoft.com/office/powerpoint/2010/main" val="136106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BFC82-6A45-D6C8-CC04-5932EB71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1636EB6-74FB-F8C8-C471-F238B562ADD8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0D64AD-1DC2-5226-0CFC-EF89AB218685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100AD8-A3C5-E68F-D18A-206AD10A0110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0C75DFD2-33AD-6AC3-F5AA-1C9FD90535B8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CB66711-877E-DB4D-E254-4383AD2E858B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0B8C10C1-6ACD-852B-FEF9-4B4C2510F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6BC5100-939B-1A98-A2EB-E1D22DAF52A9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9967278-07C2-8C97-98F0-D531D1BFB0F3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0DBE145-D833-C3A2-2466-77F0CFBF6AA3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B53B8D-F84B-49FC-8AE4-0658C627C7D0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1CF039A5-4EB7-7727-2800-762E8D5FC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4D21AE8-0E4F-664C-E813-4390D674CF57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9502ACE-66F5-06E9-14C9-EB531CDF4899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59C65A4-97EE-6DBC-8F98-A6827E615F0C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7D6823-0A7B-EBDE-EB99-411133B10F65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60763951-A093-82D8-810F-C11915DCF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377C3CB-EC54-46B1-9DC4-96325D5CD980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1668FA8A-CE55-34BA-B5D9-8D05845CA487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4FAC0E-C83F-B441-C018-69952784FAFB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4C77BA3-AC63-8242-A26E-906294456417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14E1F2D6-6539-7A1C-4FF1-D0F2269A60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5810348-6CE6-A610-5A94-9628B8984CCD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504000F-20D4-0EC2-8BD5-FBC7E90C2792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2A997EB9-E77D-81B6-4AFC-D39CF1D54856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82CEE6-D5B4-44FB-AE8D-C69914D6A09D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7DBE6259-19F5-0C17-6D87-0C9729C47FD9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048D9552-18D8-55B4-CCE0-30EAB4BDCDDE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76365645-33D7-9BBA-BCB9-21B361DF75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0C78FFF4-BC2B-1675-4D66-5E52400B6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0E8659-DCA3-4D4B-200C-BCBBF225F9EF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86DE6F-E568-95A5-88AF-201C3E959562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444B6F-4E8C-3391-50D8-97F61CC84BA6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48A7C6-66CE-3688-D295-492A2563BD22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9A8E2D-83F0-6DE8-125F-FA7379500C7D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831854B-E667-4A81-AFAB-F1843894D632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95B8A35-0BE4-3150-5345-1CE71E6459E9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062B0E8-34C0-290D-0A84-FB33DE858550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57F97BF-1C46-6D2C-7697-78DEBF5A3C51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0728BA0-778E-AA36-D9DE-76A7E0073AC2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E580E8D-BEF8-BA7F-4773-213A9F7D8346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B7785E6-3E53-435E-AD06-174ACE035AB1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76B7F7D7-AAAD-D09D-2387-3DF27DD5A07C}"/>
              </a:ext>
            </a:extLst>
          </p:cNvPr>
          <p:cNvSpPr/>
          <p:nvPr/>
        </p:nvSpPr>
        <p:spPr>
          <a:xfrm rot="1822425">
            <a:off x="2005828" y="1100965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D44C486-633C-964D-AF7F-04A0D8A94601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14209A2-CFD2-CC6D-F333-CDB956829BA2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2E8411-43B3-4EA3-D66B-42A0DC5B885B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35E68A-6D6C-6BE8-BEBF-B9275E85A8DC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32D505-8D30-96CB-9EA9-5C173D9C5DFA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709131B-0518-7669-8B94-AC631EA31DA5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4AF23B8-2C46-41F7-C933-78DD5EFD042C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4F1F4D7-CA79-666A-B73A-0752759DE092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630E059-8505-FE0D-C864-9AC03C9E156E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2C50288-E5B5-BE1B-F1C4-131AEC341BBE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1522220-56C8-72B3-6FCB-F741FF58B2AA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58626D8-78D5-38A4-6573-90E4C94F8CF6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</p:spTree>
    <p:extLst>
      <p:ext uri="{BB962C8B-B14F-4D97-AF65-F5344CB8AC3E}">
        <p14:creationId xmlns:p14="http://schemas.microsoft.com/office/powerpoint/2010/main" val="96225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44026-7C8A-D130-3456-C6B21051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37E4F8-6257-74F1-9983-F56EB18A3537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19050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6E2BE5-ABFB-6604-201F-7C7D662B48ED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53F7DB-FB41-5257-B2C8-CC0FE9A21671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DB14BB-AE89-0AB9-2156-F12C91949EE4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6998D06-077F-8078-C071-4D2958777528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74568EC-CB11-0FDC-F7A2-36EB68728EE0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AD86A9EC-6A16-BD92-DF26-855BB02D3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4D3EB2B-7EE9-42F1-474E-6D832A3A8232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A5AC2A9-D444-F3BF-6F67-7C658A04BA50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B4DFDAF-0866-E839-ACCB-EDA2CD6F820B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2F5653-AD10-4D1F-884E-19AAE46FEB94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D8F6C57B-16AF-2AC1-7F12-25B63C778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01120E4-5C4F-805E-90D7-FE421A16C167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61F4090-03CA-44A4-9EB3-7BFC955D3209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4F84A5A-658F-C5C9-125C-1E1E6E3F16FE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0761A1-E7EC-A99F-E687-511D980AA15C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1FF1E244-BA78-8ACC-CF28-2DDC3D6721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7B688F7-9113-550E-5E22-C332DEC78465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38D672A-5A5C-8600-AB52-072B34CCD3DD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696E44-FC21-2B7C-B823-3D3E0397BF10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33D84D1A-553C-3DEB-C35E-8799C76455B0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AB72EBB2-71E2-C7D3-C919-F3D25E5D18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4FA25AF-9982-3056-C256-2352FBEC4892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820D3DDA-B485-0728-7DCE-7496AC9F020D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D85D933-EDFE-B06D-F2AD-741547160137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514ED9-0518-BA86-F134-4A5C5A40A17B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A5203DA-1AD3-DB54-2136-20D35D376AF4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09F95E8E-3444-8FE8-C2D1-B9320844A5B9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70104628-22C9-9A50-6650-0E3E22FA88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469F28A6-768F-EA28-ADD0-E4FA507DA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AC1076-7AB7-4932-2757-E1CB27A2766B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7EFC0E-B485-7F29-2370-37843C05DCBB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0C71061-3198-B7D5-163F-51591FD4C7EC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B70D01E-6692-A6B5-0388-E234CC555A5C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609B2F-DA85-4635-E1D8-6CD139436118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40E38E7-200C-FCA7-FDAC-7EC8FE72C9EC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8466C69-B679-5847-4237-FD5350D9F4D6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24B0092-B209-1681-18CB-655B29A24B79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136BB78-0BC1-28C0-0397-D558C5251261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26DD342-4E9D-D470-42FB-4AEA9A0A731D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F5D21A5-07E5-FA08-2320-6494EEB335B1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305B08F-467B-A0C2-9508-4F20B939536E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C9C7A95-7048-5D3A-04D1-2B9D6118FBBB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BD4E66F-E733-089D-9144-7CED73EF9CA8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Arrow: Down 75">
            <a:extLst>
              <a:ext uri="{FF2B5EF4-FFF2-40B4-BE49-F238E27FC236}">
                <a16:creationId xmlns:a16="http://schemas.microsoft.com/office/drawing/2014/main" id="{A0479D07-B7CA-EDC5-1BD6-5F61E0F2B0E4}"/>
              </a:ext>
            </a:extLst>
          </p:cNvPr>
          <p:cNvSpPr/>
          <p:nvPr/>
        </p:nvSpPr>
        <p:spPr>
          <a:xfrm rot="1822425">
            <a:off x="2147605" y="1668868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186FA7-409F-FE8B-CB54-441CD5214B5C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57F671-91DD-451F-DF4A-777318B6BA0E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A452E6-41BA-8B93-09AF-E54F34A0F6C1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FDACDDE-2814-82A1-17BB-0C9AC34F6874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C1C845B-759C-04E4-F76D-7D85EDFBAB45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BFE19E3-CAA0-1FE3-1D08-62A52947DB98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991ECFC-C94E-B0EA-1A2F-A333347C5F9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D209CFB-F05C-AECC-1947-D88055A3E1DE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115A706-2E14-8FBA-1C2E-8A07FABABEBC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</p:spTree>
    <p:extLst>
      <p:ext uri="{BB962C8B-B14F-4D97-AF65-F5344CB8AC3E}">
        <p14:creationId xmlns:p14="http://schemas.microsoft.com/office/powerpoint/2010/main" val="6917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23C4D-5592-D2A9-6642-FD772BC1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7EB1AC8-1E32-821E-F265-C8C32B48DF81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F55231-8C7D-C30D-5C53-2FBA28E24AC6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C3A901-37EB-10F2-64E8-86429C362147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A70EB345-70B9-0F02-F1FA-F1341AE9E9F2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6985FBC-23B7-5942-F582-9595FD1B6810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CC0189D3-B460-22A5-975D-00292FC4B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223FE23-05F9-5E57-5F8F-4A8B46FAB756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FD9674D-0837-7901-BEB1-62D24174EB29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B67802C-511F-C1BD-7DC1-03A909FEFF85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23016A-BFF6-3847-1AC1-ADE89BD23BC6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DDB8CFB9-5BDD-80F4-B637-F4E0E95C0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E990390-507C-86AE-CBA7-25D210A430F6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DAD837D-1DAF-736E-B6E1-75C070ED6E4B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E0EF623-7603-2141-475E-EC775EA1A57D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1C5ED2-06C7-C69E-866D-232BB002A5AE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33F87DA7-DBC2-6AB5-C2E1-F84C8B44F6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36F4CD4-3525-9218-3202-64EF69E18434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52B5CB0-FE76-D3B5-E381-81A0BDF1A442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AB1AF5-324E-44E6-811B-A25C6C3D309B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8C33AC4-3512-0C59-5589-8C5CE468C5E7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9929FC1F-5C5D-D3EA-DD8D-1C6CD10B86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2035E967-A546-F535-CB59-758866540D43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207E152-F018-0BC6-C4E7-B9FBE392AFD5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06411A19-87F7-3D88-AD5F-948EC99AFE57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28D0F35-DD75-100D-75AE-32A3766607E9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3CF68526-26BF-FFDF-098B-804A902B07A4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393EAD1-DEC1-4980-BD9A-C2CFBEB57B8F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B81335F0-290C-443F-9337-89BAB259D9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4868D3B9-78C7-F22B-FBCF-A497CB99B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3F1B0A-EC71-67C3-7196-9D7DE5D89CE7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FD52FDE-8DD5-2548-F49F-0138E501CBA2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D7C9614-AD3B-2956-E00A-442109591202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011A6EE-425D-E155-2D5E-55410FAF536E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45F561-098A-D5C9-76D5-8EB6F43F5392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153E5AB-3BBE-6F95-35E1-E7AAC50CCF11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135C4DD-EAD4-7D89-6057-D147297692A0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05C05E0-2C5D-6AE4-7817-DEDAD95651EA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05FA09F-503A-9BE1-5A6B-2FC9C4FEDA77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D765453-2F3F-E75E-616F-02A22EDC5772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9855244-7EAA-2079-1B2F-0F071B2C6CD4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F0701F7-DFD6-D254-2AC5-0D66B5CEBD56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B7DE581-4D38-CFD9-5EDB-B78339663B2C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0B68E38-9681-47E8-FA18-B254DC816633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37FD55D-71EE-2BC6-7BC1-1B4316C9AAB9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19050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1DC1BD-4459-994A-79C9-6B03CE679CD4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681BB12-3958-E83B-8FD4-8CB1AB7C43E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5BC402-903D-4AF8-90D3-8FE57D83831E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9FC21ED-6544-D908-7C9E-7E35696A1023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382BC02-3A64-9D6C-9279-A47885CA1851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A79CFAA-E26E-3EBF-9185-874EF6E4738F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75A7299-6B68-9710-3FE6-121275FC3A78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848F552-97D8-FCEA-DC8E-1A1D4D6B2A87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67E1F0-DA0A-A88C-7A39-B5C22F28446D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80C9B312-B43E-B72D-1CFC-654D5B9EF066}"/>
              </a:ext>
            </a:extLst>
          </p:cNvPr>
          <p:cNvSpPr/>
          <p:nvPr/>
        </p:nvSpPr>
        <p:spPr>
          <a:xfrm rot="1822425">
            <a:off x="2147605" y="1962783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82046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BA798-E986-B114-63F8-28CC53529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0E721D2-EECA-60C5-9EDD-5AF963ADA9C7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364758-4242-29E5-70F5-A033153DBA08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200BD6-7899-771F-E29C-2B14C5BE9CB4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87358B6-B491-572A-2B4B-A0CDE8C7FF79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DB2212A-F392-7F52-89A2-0391362A62E2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627868E8-3B83-1C08-1657-551747907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3DD8D91-76DC-040D-F00A-22802FDDB0D8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F8E05D9-4343-1A4F-C5BF-C73F29D40B8C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204DD1E-217A-0AD2-A1B8-F2605A71C9F9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588398-818E-970D-E681-EACE2694F638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F891E0AA-5D8A-D269-3556-DB571795E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CDB83C2F-0E07-5367-C340-BE572FA6E5B2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44D7F012-E2CD-16AD-DE85-5D46DB22ECBD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1948753A-968C-D0EF-E65D-61350BD8219E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486136-2644-5F94-5819-26D6A51F13CA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61F7B0AF-F3EE-6312-EAD9-C01EACC2E8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1353527-E98A-A97B-6B4F-1B4B4F58E8C4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76E8BF0B-9988-07CB-32FF-7BE99557B8F7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1C2592-6E11-FDA0-AC32-271451FBFC76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DFC1B9EA-30BD-2A0E-2A59-9762908F8D01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98D94BE7-6DFF-32B5-B82B-060033FCFC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14C48C7-6AF2-A5D2-FA8D-28E7B97240DE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DCF17994-3E0D-A92B-738A-F17B983C96B6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4CD6207-5F22-E535-AE88-E8AF8151D706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E8D082-0F15-427F-DE85-FAC76F11A023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C631094-49F6-F502-8813-230564E5C380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D89FD0A-3BAC-3513-B551-BA29B04D99BA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9E0B70DD-824D-9FFF-5791-C082AB57F5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94F853C9-3EA7-E4BD-2586-20296902A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444665-BAFF-E947-59D2-38095994B6AA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DA699A-EF12-DC7D-1AE5-8B493C077669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7A3F4F-B7B2-02F3-3FC9-FF4D0535AE56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886626-9836-47E2-5B1B-7EA139A2D4E1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8EF1D7-6E87-EA0A-EB2C-871AE9CFFD2B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EE15BD4-4FDC-8466-910B-A3AB4DF99CB9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97FD01D-425D-766F-64B3-4E2C18CF49B4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BE42CAC-4BCB-FCAE-D4AF-1AB223E282CE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03F11F0-83C6-E5EB-0C3E-55224D874215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3841281-084E-E0A7-3239-C1AD468E76D7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0298B4E-9D74-338B-B902-7567C6626EE7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DC4005F-56C5-4EC8-4388-9921051716AF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551B82E-546E-C6F3-7462-3B1520590FAE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2B39B3E-F22F-B26C-33A9-A0EEB8560956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35F9AB1-D666-CDB1-3004-A7A767B14D1F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ECC4E3-875B-B29F-57E5-9658230C1391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0A912A7-4034-7698-1A88-7E5CDCCD5573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19050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281367-59E7-DFEE-BA30-C8D3AE645086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F54B075-DF83-94C0-F683-A860E505A434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43C8823-1BCC-DEF4-8192-BE50703DC044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A4461D8-FF16-6D2D-D204-AD415146CFFA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C8CB3D1-FA1D-98F3-C121-01FAEF46F394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C867390-491C-8DD2-18EF-866EB2576CFF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47F3EE-5258-B199-CA04-6B63AFA96503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5BE0D85-4FAC-66EF-C9E8-703DED699484}"/>
              </a:ext>
            </a:extLst>
          </p:cNvPr>
          <p:cNvSpPr/>
          <p:nvPr/>
        </p:nvSpPr>
        <p:spPr>
          <a:xfrm rot="1822425">
            <a:off x="2147605" y="2222784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43889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BDC98-B01E-CE00-298A-A832AE83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A00FD89-4DAA-9E0B-10F1-2759D8CA8170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1E910C-4AFC-0568-1F5B-47EB581FA39A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7AE11E-5683-9B81-9499-5D7EBDACFC04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4C36D59-E917-A0D0-6B6A-CDC769DC0B1C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EC61B6B-90F9-615F-0EF3-73B25963B892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72314DA6-0482-5C87-A746-17E27ADBD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22A74D2-6F52-1D16-C7C4-AB815B7062FB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AC4CC4-7327-9A69-A3E4-3F8C4F6DEA06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2089B42-53DF-39EC-3BC3-019645CD1128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4BE505-E766-606C-36AD-66F007E0709D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6CCA91F2-9433-5A08-E5E4-7912F44DB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E418B35-BFE6-6CBD-437D-23F954D45C47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8B19034-2FE6-2124-78EB-4EED60334B51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7BB3D60-9D0E-7325-5CFE-2FCE99476888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26F356-0996-85DB-429E-D51BA70161A0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809CFA4A-3D59-86A8-90E3-9329B38CCC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53C6BD9-86CF-5B78-3A94-849FBB946132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B6BAEC2-B6BA-84BF-B86F-0AEF12E3B8F6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B69BA6-4484-EA58-37A3-11F5CDE9B910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DA91BEDF-19C1-F478-49C4-BC4F594A2DF8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C73A56DC-E512-F15D-51FF-9533242380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E1A51DF-7A6F-0062-9501-07B3B2BAA013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A7272D3-EB37-3681-3FB5-772B910E5F16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058599E-AC4E-9EE3-F75B-6D5257465EB4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DC45618-3AB4-F813-53F2-E760A2DA1BFA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8F727322-40A9-48FD-17BF-0F6F8FC28EE5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7AF0B3C-3162-D12A-DDC9-679542374F99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A0D46332-0557-00F9-2708-B3DDC17670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B6303FDF-CF05-9A3C-5709-1DC6D72E6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E6D56B-0B09-BF1C-45F8-3CADB86F2720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5B853E6-EFA8-E4B0-2F9D-1D3E70662C7D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D5B98D-BAFC-001D-75BD-55AD6EE2E5F2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06D3AF-E0FF-54AB-9A2D-318CC47968B1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905BF3-581E-3431-E638-9B76CAD6E949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69BDE3E-8B88-5F9E-EA56-A8E031A84184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907D369-C03B-8B03-A2B4-EC1AE1795FA3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38932FE-F046-E186-95B1-F91682E3FEC5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E739A33-0CDD-0745-EE29-284811CA1A02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AB7B80E-F67D-56C4-A981-12254677BB45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089A157-028B-F688-345B-06CFE7EA9B1F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C39B80D-33FD-30A5-2115-A6DA41BD2DE5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B8B2A60-AE88-B886-E613-92007E4B84D7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6B7C0F-4A77-D944-C56A-797CD847DA24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5F5A66A-95C7-8D69-CA33-4CF27D7DA00F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11BD86-4244-B5EF-BDC9-C60B64E47583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2739FF-8CAC-B56D-18AE-F2E22C15FCA4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7C7050-0CF3-4653-0DA7-BEFDE3C5E418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19050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7CF0E4-919B-C25F-126C-6079A9DF6097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A29D246-9DFE-1E04-144E-A99B39DE0E1F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F62AD08-7B2C-479E-413F-21B6DADD18D0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52D5FB6-2C80-83FF-5DAB-602B8B4260DA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9BC1056-0695-F209-2592-274269E26421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5102B6-9D1F-C04E-AF64-617E7A951A2D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4C054DD-8C2B-D1AA-6DAE-5C17B3DDACCA}"/>
              </a:ext>
            </a:extLst>
          </p:cNvPr>
          <p:cNvSpPr/>
          <p:nvPr/>
        </p:nvSpPr>
        <p:spPr>
          <a:xfrm rot="1822425">
            <a:off x="2147605" y="2482784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69350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BDF80-8A42-D21E-448B-7DBA906D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C16C430-A185-4E9E-5B07-DC7ABDA2F79F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23D2C6-480C-335B-034F-BBE33F852F1C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874508-DB8E-98EB-2397-34E9BFD8CDC4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44CDB59-A097-43CC-6FF5-A5F947BC59FF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0C8D926-4BB4-6155-094F-64850F5A5B98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2EA2FA9E-3AEE-FEFF-B70A-63FB178B5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B93ACFC-7592-39A9-F210-6740A111718B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B88CD6-ACE2-1884-0673-C1CB9DA44D14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849C393-7F37-8317-A0DA-100359526A5D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F2D741-6388-EF23-9FF8-00A13CC07B79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A0AA06BE-481A-5104-D899-4F477E79C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0A0B9CF-5FA0-C7BF-7E4F-5C14381311A1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3191A70-7E7D-94D4-0FE6-51C77CF78FFD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65EC177-35AD-990F-EEB4-20DF116F1054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04F6C0-73DC-C700-A26D-EF0DDAB8D1A2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B40E95EC-3C48-8A80-C7A5-9F4CFB63C8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986CD4D-60BF-EED6-7DDD-F8757E043867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ECBC472-385E-9F5D-D187-0249404D49B3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57AB46-4FCA-5B7C-BB43-C64C826B9183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605AF22-0A50-50DF-0ABB-3E6B65F0CE93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9AD3622C-BC35-B623-3E11-4C70DA1DD5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830D797F-CAF9-EC26-D583-2892D98066B2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CF30A329-F39B-F5C5-9283-5D6182D4068E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2FE079-8B20-B6BF-7FF2-7F30785FB43F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8FDDAB-E4CA-2687-0298-AE164FAC0FAD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F70BF463-B3E9-D3B9-8C93-350C8C6783BC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782B8A4-A7B4-17F7-3AB0-5F8F455F33CA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ABC3FF87-EE2D-CDE4-46B3-1D28544C37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7465B44B-A8CF-2998-D7C5-7B8BD1745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249576-B38B-8A38-B610-4009B611E153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AB5EC6-F400-BE66-074C-0B723D6F368A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F88C216-D5C0-09AC-EF7A-42EA704053BC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96B0F5C-0882-9A60-2D84-2F82C43F3AB5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F0C3A8-2051-FC62-CE6D-71EE8D6EE791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70ABE96-15BB-21BD-2A03-8F4A2AAE7E8A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260AAB7-DFBA-199F-75F8-AD45D9DE7DBD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4B7E4B6-3173-EFD9-42A1-8C446B9702FC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AB70F28-3CFE-B491-9D86-A9BB5ADDA972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C042E36-1A3B-E53E-1B51-A21155EDF16E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5B1A558-B137-B7DA-F9EA-679F63B5C4A2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385AC66-EF2B-7CDC-9042-0861E8A05678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C435862-B99D-F7C5-86DB-88F7BA544937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E039288-BBAA-02CC-AE61-7FB82C7DE005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B20F2D-BFC3-7E73-300B-201FC839AE31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C42D5A-2B69-C19D-12F2-9EE09BC6A704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20FBDDA-ECCB-C401-068F-5F830FFBD29E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F75CD66-5C1D-C7E8-AFF0-9A4E19F53548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40BFA4F-7046-32C7-8D4B-5FF58CBCE37E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19050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76D8787-47D6-E54E-2312-5854D8F23153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08F6CA6-25A5-2EF5-9158-37DC17CBC74E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F93DE5D-D2B3-B48B-D36D-84AEB2E9E33A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FB7D9FF-CBE6-7E7E-10CB-CED9A505C0F3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34AC13-24BC-73C0-3EF0-9922375A98FE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7C554D7-FA15-7D8F-DEE5-574B38033E84}"/>
              </a:ext>
            </a:extLst>
          </p:cNvPr>
          <p:cNvSpPr/>
          <p:nvPr/>
        </p:nvSpPr>
        <p:spPr>
          <a:xfrm rot="1822425">
            <a:off x="2147605" y="2737133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667871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5A2B2-147D-5D0C-C0CF-9D355278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23D5FC-C1EC-9682-CB28-9A58BB30A3D3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A7CFEF-7C80-6135-11E8-C326C56B3FAF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91C178-2A4F-3834-1F4D-2106EC51C957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EAE0DA2A-0B8A-3804-D2AA-7838B07F36DC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C2A0659-3988-3B27-9F85-3E8399B44D8F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1669C66F-3852-132F-CBC1-FBC26F57D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2DF5BF7-74C3-6AE5-64F6-833056207F1D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73DD7A5-6F20-3CCC-0110-D0092DE0A4D1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D7AF503-1413-DFD3-760E-29DA33B92793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196888-9279-097B-89CE-E6A7A24EA1D4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C9F753EB-F683-2DE1-CD8A-38CB72352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D748B24-4897-F510-96BC-FEC262E0FF1C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D786358-0717-63C7-095B-AB7D81FF5548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D0003FBD-54CC-B678-F1B8-83EE7F820028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24CFD-EA92-6C44-13F6-46449F008C54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85D912E5-BB71-1195-A7D2-5E63A15EC8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744CD21-F639-F873-C819-2F723FFB96C3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15E6147A-F228-E785-C15E-EF3CC6CF2F1D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6D8421-A3B6-40E7-6B57-B92D1EFA8E87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14FB0F-12D4-916A-C0F6-BFABCFE5F7B5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50C9C808-198E-FC32-C00B-E48B448423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A6589D1-907B-C64A-93A6-FAE4EC60B94E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077861E-9759-F205-9C7E-12A63C89569C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E170836-C3D0-8B4E-4889-9AAB7991CD65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979190-0F35-2C92-9DDB-5581D6BB9F13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81207EB5-0CB6-B773-730F-A1F3426029A9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02EF7AB-81B4-A35C-CC45-0EB58F3A30BE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6F3ED02C-529E-6DB0-54E3-FFC514626A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C9681479-E77E-318E-5588-9A2AC59EC6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B26F27-97D7-1C45-5557-E4FDC0BB473B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E104D2-E7DA-9F7F-8ECD-FBD50441AA40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A111AD-A67D-F7E7-02B2-D3C80A82E87A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79F1D0-204C-FE87-B2EA-BECC296C6048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6479170-1AED-BDBF-8EBB-85CA564B11FF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7FC1551-C8B8-ADEF-87FB-71BF596386A2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3D76EEF-9F37-F557-D98F-5DD5209D4E79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AA8DC6A-3DE4-648F-3667-C21F28AB5E19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4B854A-E88C-4DCD-1C15-C367A76C3610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B3135C4-3943-BC7F-3268-BE61B11C0F58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654A5B1-E0C8-386A-1412-9F5D84AA1EE3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D1A5158-C98C-99C6-EAAD-D7404D09C385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254CE5A-DD3E-04B8-1C91-1F87BEFD998C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713C370-8E5E-40D2-FD5C-CADEED3EE9C6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0972EE0-2E84-EF3A-05AC-CDB029EFC4B0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D5B713-436D-5675-463D-047B3D89AAFE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42E545-2062-53AA-D78C-9B7BAA1C8983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705A86-B896-A62B-340C-37FAE51E1A13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B473907-9807-72EF-7473-71A7A59F13C4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5C4E56B-0A8B-3725-96C6-BC5C7C6BD997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78518E9-FDCB-A1DB-90A5-8C7FA1596FD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784A0FF-4A43-4A64-6B74-DA35E2842255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F0C2511-BA0F-5F7E-DD70-C48C27DC3C1E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E7679A-9E67-D53B-D436-17EE437CFACC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B388A867-0082-DDB7-8E0D-ADE3C804E7DD}"/>
              </a:ext>
            </a:extLst>
          </p:cNvPr>
          <p:cNvSpPr/>
          <p:nvPr/>
        </p:nvSpPr>
        <p:spPr>
          <a:xfrm rot="1822425">
            <a:off x="3079401" y="1233969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100958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CFB1D-2A31-52EF-3DF1-F9B0AADE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82959F-59C8-0992-3C5E-D331FC9D9D86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93D904-EA0A-B3A1-399C-7689EE9E21CC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107ED6-5C80-270B-D53E-7F14F4276A0B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1C9CE02-06E3-6753-FF0F-C112DEE0DF29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77708EF-24B7-686C-1711-A0A527B9CC31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5CE3D5E7-2335-982E-1FDD-6A521EDC8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8B8FB21-DC14-52E6-0678-4C9E7E29B423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E277337-026E-259F-1F4C-1C3B40520701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CA18B8E-687D-820A-3229-0B508201675E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8D73DC-641C-537A-955B-023A88AB4946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BB2FD477-1994-DC51-2544-44C8ECD57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4D4B149-3E80-BEA2-D270-D8F4C5398692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40CA375E-E1F6-5D17-1093-1F9F9AE8F09E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95C95D3-DF80-6E3B-D50B-8FDE72DF7C52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20B347-841A-CAEA-4F52-FE05D9257C69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7E9BC129-5423-98EF-2500-758728378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D496CBF-DA9C-D3F4-517E-CB497053DD95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DEFE1DD-FE5D-1FF0-30EF-FDD429077E58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FD7C32-D6D9-6FCA-12F7-7083B6246140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3484287B-4885-57B6-AD8F-95DF6B2B961C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7293AE32-AB25-25E7-E6FA-04231DDBD3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043330B-9DCB-308F-C4F4-75F7FD6932C7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30C0D8EC-E667-8F34-E7B6-E7AC8B7E082A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C911C06-C1B1-EA63-F7A6-73F09CF0C89A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32C448-F26B-FF7F-C036-73C35B38A3AE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5AC9A8E-7FDD-3781-ADC7-EDAFD36D45D7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6B11E23-AAEB-EAFA-151A-18B7E2DC1089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C94AF265-2A9C-D063-B263-5A4C70FFB2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D4616C38-60DC-3FF1-28EB-FA0E568CDE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1272E2-BBD1-2A18-52F5-7297A336E07D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20A238-AEE0-D3F0-72C5-94CC6D2BE24A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4D6641-DF14-9D9D-C602-5796E3BEB64E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8D78A1-4323-B882-1508-87214343BDC2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97D97FC-57C0-6581-9537-A11A7E636514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2571BF3-7711-94ED-D289-1574896BD194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43335FA-F788-3B25-762D-FB0F6F516300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B7C910B-FCE4-9A1A-9AD2-AF9FAAF57BCE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A5D0D28-F015-87B5-0269-C76C709A2757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BBC4EC9-8FB2-9ED1-705F-C9130FB4A387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40202A2-A0C0-59E1-05C9-7BA17E084B43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D179FCE-6866-7750-05EA-E98A8E52D3E2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08AB4A-2E1F-38DF-454D-A0EE9D3A9849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FA20ED9-02F6-CA27-E40D-CBF5A51035D0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4716DC1-098A-4EE0-0552-027834F14A0D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E9A3FF-2DDF-6B36-FCC0-1C02F51CFAEF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E94C993-87A0-268B-4A02-DF8988E6164A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5E33D8F-65CB-DB45-5EE5-21104E43C923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E67D051-F616-A47B-5762-30E2052C86DE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3A021A-AAB2-FC5D-91C5-58DBB2795031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19050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B7AA31-2259-0C5A-0F53-B19B78F7B4C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FD96102-E1DC-25B3-F9EB-335F23AE293F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7D0009D-F626-1B31-DCC2-D1B321121BDE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7CE53A-7754-5DD0-E4D7-89E7C7EC4244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9041096-D0F5-F36D-AC31-FA2ECCFEDFFF}"/>
              </a:ext>
            </a:extLst>
          </p:cNvPr>
          <p:cNvSpPr/>
          <p:nvPr/>
        </p:nvSpPr>
        <p:spPr>
          <a:xfrm rot="1822425">
            <a:off x="3192441" y="1804837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417990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51217-2F67-3311-2B52-8D9CC0B5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17CC36-26BA-66FE-2063-36088943A3FF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F06118-F325-5C7E-04A3-4044135635FF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4D09EC-ABC2-8D72-14E4-1532411726BC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AF94D62-0AE1-D161-B164-3D3E50CAF7AA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D830C59-F9B7-9E17-3F1C-A23660C72317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3EBAA548-8B52-B4BF-6DA8-ECA9BBB0E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B90245F-4C29-DD58-6230-FCB8D22E5A30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86ED24A-E544-56C9-5312-C74922A08161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047B374-ED0C-AF39-32E4-71560D5E58B1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FF6CED-CD6A-83D4-CE51-8E4A3E5F0BB8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800B1680-D5CC-106D-A8AC-13C6982FE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B13AB23-3CCF-0051-2B89-424D63C7F3B3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3CA1C51E-2C53-B26D-324B-1DA37B150112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D6FF59BA-9C40-039C-A44F-43315C008746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B0FDA6-6D18-ADB4-8851-B367059EC9B0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8330BE3F-5C82-4DE5-EC5C-277C3E73B3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4ACF495-B6A0-97A8-F820-10A5D9364FD0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DBAF016-1C2A-EE10-A225-26C68D1DF5C9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1F4BB9-26A6-E33D-9C4F-02A8912D2F8F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182BF78E-C04D-67A3-FC5F-798FDDC6F66F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90802F1F-34EF-4453-1B84-BEFB87F220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C7E3484-A8ED-ACDF-2182-AD272221C896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84648392-2A33-4B50-4ECD-B1098EF8EA93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6041A70-A382-CB65-56EC-1535BBA9D6BC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B13E56-E822-6DB9-334A-5923F2CD5849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1B6098C-14E6-2245-9392-BB97A76C7376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9A393DC-3448-51E2-F6D6-1E15001A42C1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49B1CF66-CF84-58E7-02C3-61EDCBF489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33E1FB83-4B4A-3F6B-82AA-5FC103B9E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0CCD76-C3C4-94F2-475D-FF52F95B9A75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2F72303-E596-6EF2-2F8B-8755F2FC25AC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D02082E-37D6-367A-2C9B-A9CC34149BC4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02E6F2-A2C6-5FAF-729F-A023C3370CD1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EFD1B4-3EA2-06F2-AFAB-7DCE3953AD67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361BB80-FF9F-07B1-6BD9-6EDC3B99C3DA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19050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A5DF28D-7A25-689C-5377-62592366BBC7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F407107-44EF-916D-B761-6E69D83A0B55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991A35F-6AF1-22E0-FF3E-D4D41661F6A7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4C5C3CA-8285-D9A0-30AA-94C3B3B67C18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DB0C0E4-A0A4-4BD2-B737-0B772C9B8D31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1BE8B5E-C4D3-E589-C7B7-E11E905443C9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4405D8-84CC-BABA-BC55-0EC2C65BA0D6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C9BFFA4-B5AA-B3E2-684C-E4413B816FC2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D687FD-F531-4707-988B-1854622D6E0B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B4A36D-EC32-8FE9-7641-B0DBC3CF0DC2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ECDDE5-1BAD-FBCC-1D48-BE727A422E3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0E9A91-2FC5-A416-4089-E09C338352BF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2CD8AE1-551F-E291-46FE-24101A4B41F6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6C29B2C-18C1-B5DE-FF77-7D2E547F1734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9273BB2-980C-CA7B-B6B9-46555D69129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FD7163A-7363-AAF0-CCBF-9CA074AFAFFF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F8D50D5-CAE8-DD5E-6B4B-2B0606234E61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AEAF16-043F-192E-8AF7-5DD97293D963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066E491E-CA48-B6C9-3E51-DA89935AE7A7}"/>
              </a:ext>
            </a:extLst>
          </p:cNvPr>
          <p:cNvSpPr/>
          <p:nvPr/>
        </p:nvSpPr>
        <p:spPr>
          <a:xfrm rot="1822425">
            <a:off x="3192441" y="2143969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251559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97850-7131-0B7F-4CFC-32F887CA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F67DCE-818E-9DBD-3495-A2997BE5CE6A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2120E2-5BB7-A9DF-837E-C1188124D595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45059B-2F91-08BD-482D-15BC6C947BE2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E0EDE64F-DF1D-669C-1FAA-D1907777600C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67B2509-FDFD-B3C2-8AA3-0FAB589DE836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81ABFE8B-84CC-6048-847E-A7EE371E8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7778522-B89B-F39B-DC93-BE1B10D1515C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083FEA5-0522-1E4D-CCE4-AF0C94A3E48C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AD74084-26BC-EA65-9DFC-25695D2BD9F1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952C43-9D41-602C-31DC-95E7CD05E01B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22641D8A-B187-84DE-A97D-3CCA1FB6E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43C58F4-9627-68CB-E921-E80BD5A7750E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430A8FA-8C47-8C81-D970-AAC71DA15D0F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77F62A8D-19E1-AA61-F801-7C3D3F1F1B25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28AB21-1E24-1126-DC42-E5DE14817B4F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90745411-B3FA-677A-BB33-59B4D84B6D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5701C31-52BC-5945-717E-996350F12C13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875D253-08BD-384B-03E1-C75D8CEACDCD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A83AE8-B66B-729A-38B9-B1D0CB8231F9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FCC8433E-FC05-9F1C-FA0B-A0E394AC92ED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2383EC83-7A85-6587-9ED9-ED8E81F9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2C59EE91-37FB-E138-2679-FE0D516E23BB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2FFF4F34-BAD4-69FB-1BF3-816B2282BC49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7273545A-A61A-FC2C-4563-5841601809F1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4BFE38-AD34-DB16-2204-716038F14DAA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408B67CA-AB47-559E-BB7F-9B19E4C907AD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31EA632-7F43-55AE-11D9-3292672C4F3A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018044A7-A1FC-3105-DA7B-AFFB670868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C2E1E06F-1295-4C72-F65B-B224744104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B2297B-9BC7-83EC-F0C5-4B749B419BF6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DA3F08D-DE06-0A1B-F39D-293CE0C17184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6296FE-3605-8EF3-E43D-9B51777D029A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BDE1C8-2416-AB0A-45B7-FAF4A59CCF94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61E4395-DC07-AC0F-E12E-42289DB5A281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EB815E8-0B51-3BEC-10DD-D300798CD799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8F99DE9-4C35-A813-6B0E-6A40BCB2FF52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19050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1A44087-EAD3-4A02-E8F1-BC5B7EDA2C38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6E475BA-5ED4-6824-7DA8-42050E93C8B6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48B5D3C-5EC9-0187-3F91-EAE0F05B66F6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27D4704-4D46-8147-7951-59E3745584C5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FD9C870-9B7C-6BF2-10F6-75EA7B5BDCCF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10078EC-C7E2-05E4-BF66-E514067CF1F7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C9658D1-537E-5DF3-1CC9-F542874E2FA9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9DB186-A44A-722D-8D46-E96572FE7780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06FFB1-26B0-A972-F046-FC556A295A8B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7D6B319-0BB4-196A-B7B0-93B636A7B76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D4F6A98-B497-5E4B-C2A6-7A717079FED8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51875CF-1284-5F28-A908-72846978C429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9C7ABFE-193F-C24E-7AAD-47C8B199817A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C18EB37-D371-E500-F5AE-79D8A95DE2BC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8427EAB-B9BD-9AF7-5F9E-E41BDA48DAF7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4EC03BC-6BD9-0A21-8C9E-B7CAFF6C50E5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2B2083-2F05-550A-3264-42F343972499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654A33E0-3B16-E935-B4B9-A4D7440FF673}"/>
              </a:ext>
            </a:extLst>
          </p:cNvPr>
          <p:cNvSpPr/>
          <p:nvPr/>
        </p:nvSpPr>
        <p:spPr>
          <a:xfrm rot="1822425">
            <a:off x="3192441" y="2432232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82067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E24CA-DF79-6058-8B7D-46115093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B133812-CE72-FF70-7DEF-E12B4016A770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B9734A-473B-0B37-25CE-24ABD3B60ACE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910CCF-E2B6-B2E5-D670-24FAF94E28ED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016CA72-6880-F362-E601-96996C98B321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B186D92-B2FC-28D5-9278-0F21B8C52091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2B0D3633-8D23-468A-2816-1E831B0D3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0335BC1-2DAC-FD9C-941C-1E473F875AF9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1DF5248-39A9-C6EB-EB7E-F6B5CC553684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5CCB722-281D-F234-10E8-A19179A9B424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B5551E-ECC4-5022-C825-EC0AF8A8E7E0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F4F9102C-0EE5-7767-2A19-6981640A2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9F59E82-2801-2E38-0D3A-46C292D83B90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D064DD-7D92-1FF5-95D0-6262B659D94C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0FF2755-5DFF-67DA-1D4D-AA55A842F92E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FE6DF6-EF98-AC4E-FA55-6FF28E250D82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0433E689-70ED-4B9D-843B-14AA55CBF6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F85B89C-5D48-41F3-E32D-ECF9CEAD58DA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547A8BA-6953-7FCD-49A0-EDD7B1234183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4FE37E-9C3E-4F29-DF33-037CC2B0F463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7A3D2B1-B85E-E9DA-9627-61959AC91564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8810045D-E387-C18E-7BF2-EA78A100E3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F803F341-BA39-A7D9-48E0-E5099FD70054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35316FD8-7935-4001-CE8D-A5A5CD41C219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65E512C-8007-91F2-42E3-EBDDF1F7C4C0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639FEE-9898-BF08-5CA6-8983FE2054A1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DD3DC9F-A2F3-AE93-118E-CD2DC4EBEBB8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BF7A2BA-7017-9FD4-FC46-E8A9B38A2B5A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5F398BBC-D382-9ADF-4699-75D9637CB8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F9B99216-BC07-3B8C-37EA-5EB5A2004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5D5C25E-410D-0429-2269-925CD8D0D924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E36ECA-6314-5E33-54A6-DE96A1F49C62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1AB4C2-B141-FE6E-CB40-B1101BADD37B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F3173B-34B5-5D22-3FEE-FB754FF51103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6D7E073-3227-4E85-FC5D-2035F19ADAD1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B297026-3D28-C749-BDD8-56C08C6873F1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FB6F1A8-777C-17A2-6B97-3479AB3A5E30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6DE77ED-A843-E901-004F-836334DF0D5A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CD1DA0E-9D65-FC46-1D70-513F79E3770C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00C3C32-1617-9FB0-DBB0-AB0A5180424B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76603CA-864E-C24C-4B2E-C5A0BAA44A86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C0F796F-CD02-E820-DC05-F72B598B6640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BD2D55B-355F-31CB-9B80-B22588BA8003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8D051FE-56F4-6426-7D39-D0C2994F9C3F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02F3943-D2DE-E27A-1788-AF3F7B390E92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BDFCCD-3B1E-D644-CE65-C6E2C16A0045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19050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004B4FE-490B-447A-20C1-025965C67C87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4FEA79B-6D6F-F8C4-6AE7-F7FA9237CE99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0EEC148-B7F8-2F89-74A1-FF68382D7AEB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6C01F4B-93DD-190D-A3CA-4033698DB280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02E2722-64B6-E114-6AFA-30003156A530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C8675A8-B1B4-68B2-DD46-1AA8539D944A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03FC776-BD85-9EBE-724F-F820B2BA6D9A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495C4C-EF11-07E3-03DE-2DD2126E2B4E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0F756CA6-AD90-CFB8-773A-E890DEB3DB05}"/>
              </a:ext>
            </a:extLst>
          </p:cNvPr>
          <p:cNvSpPr/>
          <p:nvPr/>
        </p:nvSpPr>
        <p:spPr>
          <a:xfrm rot="1822425">
            <a:off x="4155124" y="1198308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183749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5D076-8801-28A8-C8EF-7DABB00B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A2AF04-53DA-2CCF-2198-9DC8081C061C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36B9B4-7FA1-1BFA-CC38-1CD1E38850CB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53E2E6-13CF-1465-03C9-5A88D711B41C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C31C219E-394F-CCBD-FA60-EEE6E3918D8B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B448B91-17A6-3C7B-5AE1-57C857BF1EE5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1E86309B-3438-A829-CD28-385CA75F9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A07C777-88FE-FF8F-023E-204BA764483E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16585C0E-9AF2-EDC0-6E10-6D849A0C3D70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E5D37B0-135F-143D-C2FE-CC9470A2ACFB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B25E93-D245-564A-A663-1F2D448655F6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25E1973F-C6B4-598C-CA04-6992EE702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9362A77-D205-313F-207B-B8FC60E7B3E0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F3C3F8A-0669-931A-E705-411E6F7ACD22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AB64679-3808-25ED-236C-19DB06C1A617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9192E7-456C-FD3D-90BE-C1D944B9A07E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57920801-6DB6-F891-4F60-23A53B315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E655A01-93F1-976E-BCD0-48EBAD6571E1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6257075-51B0-8952-6BF2-0B529D17E8F4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FF784A-1CE3-3999-274F-A833BB177410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351E23BA-C5C4-48A5-ABE7-DC4D3FD47CF9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D92742AE-12D7-5745-538F-C043D77BB3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67D6B10-FADB-A62A-166F-9A3FCAFC220F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97706B4-C3A9-F392-443A-AAA2CBA9E4D0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C04A1847-03AC-99E7-7E82-29DE637C207E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6E3D5F9-123B-6F43-A1B5-6C41F6B95727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B1335F2-A819-7F85-1A01-FB5A154E4588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D64CA7E-5001-226D-8CAD-11578FB15035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A682801D-1A8B-2E64-2C09-2482B7D6CA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CD283533-D02B-A5F2-96B8-3A02D0E00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D55337-2A42-0205-DF5F-319532A3ED0D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F35742-0E68-142A-6F7E-9FA966872B44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D0EFBDA-B9B5-CDBB-0A5E-09BCD1B392B2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F08197-D547-7188-4B26-35252208C372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6B003F-C108-0148-1605-5BF548FCF240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1C93C1-B2D2-EFFD-1301-80754FACBF79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D34C5A9-AF0D-5BF5-4907-A66F6F4E84E2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1B59E4B-12E9-F076-72F6-2F0E2D236158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C48CBEA-59A7-CE26-00F5-A34100C6A104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F530CFA-81BF-AC03-218B-FDBFF29845EE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CC00FE3-1E51-0B05-4422-B2F77270F5F8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B09CF41-E3F6-900C-7643-1A85DEF44E38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E24A60F-32F1-A011-18A1-CFD7847F4C6F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E9A64A9-F172-4556-B1C9-00C95BD9068C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AA16CA-EC6E-6094-99CC-B99452E58203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39B0E2-7263-DEAC-5FE3-A374B17918A1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A00BEF7-E76E-135D-DB79-E699FA2B06EA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30ECF47-CAB4-C689-D593-A056D549C2B0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C67BCC2-6F36-E4E0-AE34-1CFF79F0B9C5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E221AF6-A510-2AE1-6146-F02D3B14BA9A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61F2120-F40C-9C55-772E-605EE1F987F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DF22146-90D5-5676-A194-B70FAA47F3FC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4D46B85-9ACB-8FD0-CFEB-162EF59C50E9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24801B-74D1-1374-35F1-1B2DF36EDCC1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D4347EF7-FE24-D2F9-2CB5-7BFD210E2BA0}"/>
              </a:ext>
            </a:extLst>
          </p:cNvPr>
          <p:cNvSpPr/>
          <p:nvPr/>
        </p:nvSpPr>
        <p:spPr>
          <a:xfrm rot="1822425">
            <a:off x="5183098" y="1106511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4190361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D5A31-A621-D7DE-024C-DAA2F57D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F902440-FC6B-8CE7-0ED8-D94894E2BB5C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01B8D7-968A-1308-90C8-6CB9130C8D83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A3B646-D989-A0F3-E09D-A38E8C19F50D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87FC106-25F8-7117-4F33-C6527A4DC120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E7FF744-2229-5857-0C29-BE2BCA940ABF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1FCCF888-FDB8-AD63-14CC-BA10DFF92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E50D862-FDE1-9F72-438B-0F8B81F5DD07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3480008-277F-C47B-EFD6-A2594AFE38C3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8FE0C10-7452-B5FF-E823-C403667BEFDC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2ACC64-8606-9CBD-81DC-27C0CBD43F23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1E934E16-99D1-DCFD-2800-E1B6E5EA3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55291BA-25DB-49C6-168A-FBD07513C535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81494FD-1A4C-F685-2D70-E125307670C0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0765390-B4EA-5F96-2FC0-BAF5138FA2AC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271E3A-5E2C-07BB-705C-DE3D143B9C05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0D4E863B-31B9-C5B5-9AA9-C57A9F3DF5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9436851-64AE-D689-15F4-F8AB4B85BD34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3981989B-CA6E-A167-A4AB-243ED2C77615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EF1412-BFE2-0A64-8C6D-B6CE3866A1AE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6A46FBB4-965D-12D7-7800-FDBE19AE1062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6648738D-B2D1-103C-C15A-4664E52418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3F72D67F-D8C8-8F17-8A9D-E3B1C49021DD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36E4E684-9CF3-A839-3D29-9FA12933CA00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B769B9D7-CFF9-190A-5B1A-F2F0A2A7DA26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16FCF4-4250-5BB5-E89E-8349A745B79E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6CE0FE3-9432-63AB-761F-34B3DE97FF3B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95047909-638C-B1F5-CF65-3B80ACA09C70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64675619-5B7F-F2AF-8A64-122BE07696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E0C755C7-6BB2-449A-BBBF-2F486CD3B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AF011E-95FF-60BF-282A-B8F67CC4863E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DC4652-0FB6-D0EB-9772-148848C882E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20AE172-8567-46D6-521D-3938341DD8A0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5941D2A-188D-3956-0EE0-0A62B650402F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2BD7C2A-7BBB-156A-8774-726A5845AF9B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C361C67-5CA4-E827-F7C8-8C37BD441D03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BC5810F-9696-7C36-B671-CDFB53C90E0C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821E0B8-B8D4-BDC8-CFDF-46E1E31A2049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592035C-A32E-4B58-9DD9-75E48EED0657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DE6B820-CBFE-CC4D-4EAD-0AD30F9379C8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5131DE9-49E1-47E7-93DE-81ABAC9FAEBB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8C34DC7-AFA6-8949-FAF9-04A05AB6EB59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E5783F2-3376-4DA3-80F6-B49A22955371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E844107-1538-350B-FD37-77CF9A1EF0DD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F1C520A-0005-2B70-B907-2F32041D3DBA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3E795E-B26A-0B81-90AE-BD278F9E2D7D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32E68E3-E349-B344-4C06-D378843A72E2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CD56527-A7DD-F639-B931-361787842A16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991DB74-AC20-2201-131B-9C6F5E32EB88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F8618EC-7F42-727D-6194-14A830C0AB4E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130F443-58DC-799A-CB99-1AD4185670D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8A2F0C3-83C7-79AF-1FBA-341CE1BF58AE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8A41294-7866-0374-329E-A5A134677A80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B07DEB-0FB2-E082-46E7-8F3A1823B320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EA08E166-DC9D-2263-243E-BBDBFB91F65B}"/>
              </a:ext>
            </a:extLst>
          </p:cNvPr>
          <p:cNvSpPr/>
          <p:nvPr/>
        </p:nvSpPr>
        <p:spPr>
          <a:xfrm rot="1822425">
            <a:off x="5356632" y="1670895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425706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5E95E-0C34-A89A-B2A3-97C700F2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541052-E7FE-B744-85CF-D7B5851F8354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B2A3AE-9AC8-A2AC-7547-ADC546F8242A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FA4F15-ADAA-8B07-B61D-C124936B1517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3B7B5C5A-EEA7-1C75-87C0-4B87C26B9DCB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370EDED-C0D1-81C1-AB6B-D1D554FF8158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5EFCC17D-BCB7-41CA-06C8-6D161BA98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7F6BDAA-EBA1-B37C-43BB-A93D9A5C325E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C7A379B-13A5-7865-3A11-D6F0B24BE171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7E99C2D-C49C-4917-23F5-83128C8F65D0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1B2214-AA79-0760-548A-37C091C46E5A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1B01F303-2A0A-BADB-0E4E-77C6D62BC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E9868402-2B88-FBE5-B3B1-A0D4D06662CA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D22CEA5-60D0-2840-1710-AD4B903E4C0E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094BD64-C619-318B-87BB-1E7BEBED81BF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BBC949-E19C-4113-E283-04035AE8AB52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757EB240-9BBC-1B72-A938-FF48DD39F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2649D3F-BAE6-95C0-CF9D-5A12F905B94C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E1F9A78-1ABC-BD29-D3A9-30180D63A249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57089C-8621-2D68-43A6-61CC3E45BDB9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2D04756-F792-5A9C-3A09-A8FF02DA90DD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1F2BD95E-9D8F-83E4-2E90-8B7CACBCE6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329FBF7E-CBE3-86A5-34D3-2C2B071BBB0B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FD830E27-A270-D682-C4F6-0592BCBA48DC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33F45E62-F3A8-9858-060C-6BC6C1994406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AA113B-DF72-7CAE-8E02-D380B7437BE4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A6B5AA43-A236-881A-C2D1-0E0F096B0B87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97D23E10-A43C-D5B4-1BFD-531DB1AB9085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6AFC377E-82C9-0E8F-57BD-2D665A5AE1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9BB70637-B74D-C953-2197-B5A8946908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00DE4D7-DB70-BE9A-ED79-5664D25FB542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3A9DC9-5A79-5452-B00B-E84712CC050D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B04F08-2B23-AAFE-F970-3E0AFA2B4B89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63020FB-CFAB-0701-93D3-50452502E97A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3D51AB-82FF-8F17-4DE6-9FF4CFDAD9AB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EBA4B29-0338-32B5-1FCD-8FC85DA3DA1E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6C653DE-558E-5117-3603-D2219178ECFC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8D00F95-91F1-67E6-006F-EE65727EE90B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9B8ED6B-F1D6-2BA0-F45C-EA8447852F7D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B8D79F9-0662-3B36-7BD4-A20CA3D5FD13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3E00492-A3A5-D141-F711-2A8B20A5F25A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121FE0D-1318-EAF8-9700-3B5FDD217581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F1040B1-5D30-CAF9-E64F-15C127229665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92A1265-690D-D473-57CE-8DD8CE2408D5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FA38613-FC0D-3801-0FB5-AC6824DE01C1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F78383-377D-6518-DD6E-1B400157A45E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3C117C7-4273-A2A4-928A-AF0A41E0A77B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551D09F-780F-B375-9E39-69FEFC7D6DB9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70E1F17-5A1C-FBAA-8D0B-80ECD1CEA692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A43ACFD-6431-1FF9-1B91-90830E010722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AD7851F-D2B1-3E19-4F5D-35C761037D39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DC25DCE-D985-A0D0-A1E5-82975B00B5F2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5CEC19C-0AF1-BA5E-0858-1553EB955C4D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723994-6541-EC94-71FA-B738BF0C62FF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5CFACF93-230C-95B7-3E46-1795D27DFEAE}"/>
              </a:ext>
            </a:extLst>
          </p:cNvPr>
          <p:cNvSpPr/>
          <p:nvPr/>
        </p:nvSpPr>
        <p:spPr>
          <a:xfrm rot="1822425">
            <a:off x="5356632" y="1976112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450990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B97B1-FFB4-4BCD-247D-4048FAE1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D50468-8E41-6ABC-4E64-D96001E28D2B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416684-8C5C-5371-4520-C6109F4AD239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FCCAE0-0A71-DCC2-7931-0E8B000BB743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0AA5F385-5F6A-6552-34F1-D41C8688C938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9833CF9-56F3-3C90-510C-4FB353F58C86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FBC9C1CD-ACDE-ADA2-B227-8DD48A34D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E03745F-556E-3587-29D6-AA01AB925D08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88F3C87-8395-FA44-8E21-82050EA3B7DA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2D1CD28-C98B-4AB1-C09A-3DA4F4270509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233ACB-BDA5-69A5-3358-5F00087A15A4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8097C7DB-D6A1-6CB6-A251-59C818974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C58B8F8-64E2-9D22-A74E-BBB36108C50F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3613B963-BF35-6392-B732-9147594D6C87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C5BF798-764A-377A-C2CB-2542C48B59C3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A2DA6D-A814-FC5E-A7AA-0E333FF9A48A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61A0882A-6ACD-A11C-AA36-D7AAECB86B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4E7178D-20AD-F9AB-2F87-B99653EBE9D6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D76A38A-9F25-462C-AF42-48C644BA648F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970761-8A09-0A4A-DBFC-14BF8954BCE9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DA713164-D0DB-5C3B-DFB9-4388CBA24F2C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287D3216-26F2-58CA-179F-46244FB454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EA0F423F-77E8-4F0A-1190-788EE2A0B6D4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D9BEAF91-4D1D-9293-0162-14C67C841D6D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A0DC155-2BC6-6F22-5F01-B699100E3DD0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4651D0-329E-71E0-CDFC-5788355143EA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E3AE6E4-8083-4480-EADF-0E16785CAEEE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8C355B8-8F33-821B-1FE1-E7FF2340FB96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FF3D44F8-7FB2-2A3C-B9B2-F437CC7300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19119FB3-7A7D-75D1-38B9-F2A0FDBCCF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34E8ED-F7AA-5359-7D75-A37790F12479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D6506B-F316-7413-3F82-7AD62D58DB8E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662B43-BFE0-179F-CF67-A0B1EB7455F2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7A4EFB-04F4-E2C1-3E14-D594F1B9D0E3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3BF6C1-FBC7-CCC0-3F4B-6DC4DC707245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764C3C9-3F3E-D7FC-A57F-2B59A2F75A51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01A32C3-6F84-B1B3-17E9-D8A68DC2A77B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9422A90-2DBD-52E2-1BBA-B30288118D0A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A6DA4A3-C5E4-1A8F-70B2-9A4B479F433E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E8A4125-E393-C93B-BF69-C1E75CC416C9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E00E370-030D-3CFE-C68D-7CEE51EF3493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A391BE4-CF44-CD28-CCCC-08E08911BF35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E59F5A3-7A4D-EF1F-E7E8-1B6A07B1B044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F4B29F3-0131-B3BD-0045-7EB6692F752A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14309D-DD3A-BF71-7B26-456A3D0C7ED7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BB5A18-0BB7-0162-5EDD-5E6F61CE7A78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94883B2-023D-311A-9C6F-C473EDB88722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37AF9D6-8831-B9F1-E80B-F5D9DEC736B8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E21DF3-0F8D-12DE-628F-2E8BF3902991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FC25DAB-F8C5-537D-ED77-F610E9D8E475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559F065-D945-E2E2-3224-E2982716FEC8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B3B2B11-F2DF-E018-D9FE-F8C634063317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9301721-5193-9B53-3D5C-9FD9DA238D5D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8CC1BC-3E39-A12C-31DA-EAE9B233B641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437B7C6E-547B-F9D7-3544-09B647791D75}"/>
              </a:ext>
            </a:extLst>
          </p:cNvPr>
          <p:cNvSpPr/>
          <p:nvPr/>
        </p:nvSpPr>
        <p:spPr>
          <a:xfrm rot="1822425">
            <a:off x="5356632" y="2247415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2498447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F3A8F-4AA0-0942-866F-AB21F3A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3459B7-4B67-5DA2-5A1B-2B27B3056C1B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D92F60-8655-E24E-1917-26249F241030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82A0C7-852B-67C4-5005-CFDC18810573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7965286-5F1C-6277-3927-1091114FDE82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130661D-D0D9-6185-F127-B95E395E1D7A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B120C32A-EEF3-CCD3-C3E9-5872035AF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B2A0E1A-DDEF-E6ED-789E-2615724A91D9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2DE8D63-175A-DFB3-F1F1-869D1E82ABF8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7B645CC-937B-B984-6C53-6E6CD383EF44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2B8B09-752D-B96F-7F8F-BE75E2657323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81623F26-7567-3E33-0A42-6DA51A5A4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0C4EE10-1AB9-F9B4-2B03-828966DD897C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9212929-7E52-03C4-26E8-1A1A8B786412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020F8CC-989E-797A-496E-216276F6388A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B108CD-C44F-7AF6-2470-EE4A392B855E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98C08E16-5D96-043A-A8AB-B7C37AF314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FD3F2927-A445-FC54-6E40-0294B593DE9D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9ED28F9-1C7F-BA3C-EE85-81ADD7F9831F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F8C345-8942-1B23-B127-CB9103AA06AC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3504B5C-54B7-A5E4-54C4-E21A140D93C0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D963AA29-8128-6BD5-960D-62DD428E0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67B43090-2E64-051E-6B24-9D404683ED75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F331CCF7-E5E2-C02D-FA9E-1080CC803905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D062DDE-CC35-FE74-9AD4-76DDD701580B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CB9A0A-9F75-7FA1-6263-E49802FFF8AD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F1BA2F31-AF72-BEFE-2738-1C9AF86A97DD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905287F7-2CC9-B9E0-24F7-2C2279B9A4AE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08B88B04-D7BC-6879-1BF8-0095772C5A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8FDDEF37-6750-601D-4908-F168CFFEB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6BF99F-DEBE-AD3B-2D74-22BC13B25FAF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342273F-8B2C-B3B7-AC3F-6FC3ABDB6F72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0906C5-7962-22C6-424E-5FB201C24D95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0FEB90-B5D4-3EF5-3F31-7F85C0F79F52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C36BAE1-C835-85C2-F3B9-FEF41AB64BEA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7A3A463-CE38-5A66-0E6F-D8CD7E701E81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31CD29B-2AF4-C960-D364-FCDE330F4007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9700E56-F3DB-A28D-9C9C-E37C881472FB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595B673-D098-26C3-8897-46596C85AECF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552BE2E-8E12-8859-7281-DD97961ADE29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03A70B1-374A-F8AC-3B28-719DF6C87C3C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8375644-4F8F-D7EF-7238-66559D0D6D56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7FB238E-5781-BCED-3F2F-2ABA3AD2CE37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091D153-3708-EFC1-C814-E6C5A036C8E1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C4088A-C795-3F79-28A5-99E84BEE0ABA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5F1F8D-6ADF-47F3-6575-02BBCFCCDA92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DAC29D9-8014-E725-C8C0-EFD5403F8230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9B2DC8D-402F-E49B-AF2D-E72A39477FE9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675D093-61C1-B57E-7888-D16A3078672A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B865529-DE59-AC18-348E-AF4870A66C19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372F950-4F35-7C4A-B61E-5F4041AD858B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B195626-7E03-05A6-EB32-B225699F6500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CD5090-6988-27F6-3FEC-A1939B307DCF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C7DB06-E5F3-610F-449A-70149DD000B6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A826245-0EA8-258C-2101-FB29B9B09196}"/>
              </a:ext>
            </a:extLst>
          </p:cNvPr>
          <p:cNvSpPr/>
          <p:nvPr/>
        </p:nvSpPr>
        <p:spPr>
          <a:xfrm rot="1822425">
            <a:off x="5356632" y="2552637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4208428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2A312-FB93-8BC9-9CF1-E14C5BC3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1C10A4-6A8D-35AA-E5B2-4FB6C7C66683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9A060A-E67D-E699-07C3-B01FBB30521A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A7D3A9-FA06-9B36-3E58-E5F7ECF27EFA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57F7FB4-5BE3-61E1-96F8-98BBB79DDA3F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3CE2A2D-5C95-24A6-D561-36221DAABEE3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EFDD0910-FF02-EBA4-5D0B-43F60F3F7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4D3B2D8-F6B0-6213-6F88-8768D02E7781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AE79AD01-C809-4D01-C655-5998B101C5F2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B6B55F6-05F3-EAF9-E2B0-0A01A7109152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043D3B-2225-3E35-8588-F8931853F12F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C443DF9B-389A-C360-D84E-671BF0FBC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3105D9F-14F4-1FCC-2BA3-04BDDD32E145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F31A1A2-4002-BDD5-7351-BA1585EB0CC0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A726729A-77AB-4F5B-CC6F-61627236A98E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6BC8E8-A2CA-58FA-8F70-5E1E2C1E47A8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307793D3-5650-D06B-F827-B32D077D2F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0FE39D4-477F-9156-1F23-02D54AB89968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A6F4E44-19FB-00BE-C974-889A4F5480E7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5A192D-8CB9-5CBA-AB37-556262829DB7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0B57B7B-DA7B-2C19-856F-4A5097ADB552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06C75F8B-5C27-B81C-0C24-9506DD1012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FD5F025C-FD75-5D35-9DDD-2FF8B14237DE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2FEC1AE7-1BE4-1684-4B41-D16757585A19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AEA30CD5-9BC8-2404-E457-BA42B60B8FCB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572AC79-BF39-0026-4FDA-B55F4140070D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489A0FE-E95D-CFC5-C4BA-3CE7E6279460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6F4CC5A3-622A-4E4C-ADC7-6DB2126263A2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FACDC240-9BC8-760B-DE92-7B3D463812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92D663B5-3C50-619B-686B-6E15189F7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831272-1E81-C56F-9FE0-7DD9F4651815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10502CE-F2C6-F129-290A-6493213E0E9E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7528626-58BE-4E3E-4BC4-45E643A95B9C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16C2EC-5173-5FBE-F88D-FAA77F829BC1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1D9C79-5B46-571C-8A2B-450A83EABC9D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CA8017E-093D-50F2-BB48-4EBB52ADA688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A1EE77A-7482-8905-2658-0B5F0464DB47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19F4A48-A5D4-6740-6FC4-3B2103F41754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D135779-7DAE-2BF5-BC6A-E1B7F4375917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3CFF171-F415-2C09-34DC-6F553A21462B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6356927-9E6A-30E9-2B32-87262E7DD016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C7968B0-B6E3-1BBC-81C0-CBCD82CED1BF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FFF2EF9-E7A1-EDEA-C7D2-12B580AF1B8E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7D9991B-5CD9-9409-02AC-DDFD5716BF66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8838ED4-EAEC-E3EB-EF01-9A8749FB4543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665D2B-2AC4-D2F9-19A4-8059A05281D3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84180E-A39B-1018-3390-A4A70558FB31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06E8908-CB00-105C-91D2-1E381409097E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A7AE5F3-678A-28CC-1430-EB031D8C89EA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A993B42-9B7D-C9B1-A298-6B7C1FC242CF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22B8C41-3082-814D-30B4-D3FC89C0DBA8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D6E54E5-1EAA-EEF4-D81B-B270D867F636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769DD48-0D72-CE2A-8623-76BD67CBA945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9EF2AB-3CFA-78D7-CBFD-02694F68CBB2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89740F1F-FDA6-62B6-D18B-1318135A08B4}"/>
              </a:ext>
            </a:extLst>
          </p:cNvPr>
          <p:cNvSpPr/>
          <p:nvPr/>
        </p:nvSpPr>
        <p:spPr>
          <a:xfrm rot="1822425">
            <a:off x="6477462" y="1067560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064887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67514-3C22-7E36-0FE2-27C661A1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1D16D84-30E8-E7E8-CF42-9C96A0CCABFD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E4EBB3-D461-E458-79F3-FDCBEF26833B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7B0CAC-F383-A538-0B2E-31B520EF08C7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9888F50-818E-B7E7-19C0-233BBE782704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C9AF477-9170-A26B-6C95-789D92191036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50732D1C-A1CC-175A-181F-FD1656533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8E91CAF-D7C1-ABA4-839A-F648D510AB00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D074B24-32B3-2791-E8BB-D5D9DBC77AC7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E399381-3955-6143-B434-74CEFC63FA6A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AA5A6B-22CE-C817-3B87-2B03446DBAEA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4B7B0AF2-5D76-1976-2060-098E9B495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157CEEA-430C-7854-0B36-4533CF1D4FEA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1D421DF-5098-835E-3622-244653F42547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4B2BACF-26D6-64F4-C05D-D7FC3A6A0C73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D0EDD9-A8B1-039C-242C-C0C6B11D8210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5E261D5D-EC77-1775-5076-B898DB28F4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26CDF56-759D-F8E5-471A-523F940CF5A3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32D589BB-7960-5C41-759B-078766CE9B5A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2F7BDD-8B5F-4CCB-F9BE-8DFEF5607C59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A667736-4663-E7A8-CCAF-38685237BD6D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23082AEC-3CD4-B7B7-2D53-D9E08509B4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C9270E04-0815-FBD8-982E-305132D9B262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2CFECBF9-4B3B-4CF6-EDCA-0E0192FC0148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0EC6445C-B676-9A8B-CE80-29D4EEBB1E0E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F4E0710-FDEA-B05B-3D43-3BE7B9B9ED20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458E0C8E-9BF5-3D1D-3D3C-EBC5F50997A6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F121D13-DE85-A4E6-D12F-975431D6AA4C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E4CA6834-66A1-3D89-9B2D-4243597093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3DC43F12-52F4-83CE-2193-93A95355D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A2E911-9D25-CCEB-6547-AD2E5158CBE4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B9BE3B-E7BD-6C0B-FCF6-FB884B41D379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C6238A-77C3-B4B5-93E6-5EBFD3CB2E53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F8D040-1394-CC94-AC22-EA0EA4AB9CDD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C70513-457A-707B-C11F-3A84861C5635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B228955-5DFC-2B10-279D-E7CF94104D2A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D18DD6D-5728-D4F4-B12A-BADFBA0916E5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EA0565E-44A1-ABA9-22F4-708FBEE84300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BCA22FB-0521-F877-C70E-FC8335066D0F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89F7D99-CA5C-B315-D096-8448CCC7A448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19050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5E350D4-7272-0998-419A-702A1A6C93D3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110B93E-AA63-073D-2209-4A6150B4B1BA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A30B787-0DBE-4738-7993-129B5BEB903F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C34662F-70A2-E02C-0A5E-C0745DDCCD3E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C2FA6F-1213-10CF-4BD0-5484885085E8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AE8A4D-35BA-7B9A-6B0E-CB6AFC8BC516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28C381C-E504-0CE2-F3D4-11CB70B9897C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FF7461E-B6D8-4D0C-5F72-6C63ADC0598C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6940685-9006-1466-2F3B-B7226A3C329C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11BFF7B-AEFE-464B-7C4D-399FFB29618A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69F6CB2-95E4-748C-B0E8-F7582C46EC28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DBC03A7-3C79-D5AF-4CE7-58E4EEB91600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DDA88DB-7DBC-3CA9-5CE2-D5C11A684A34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560540-D775-4A03-C4D9-6FB86381B4ED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53019596-89F4-3394-281B-5A8022C718F5}"/>
              </a:ext>
            </a:extLst>
          </p:cNvPr>
          <p:cNvSpPr/>
          <p:nvPr/>
        </p:nvSpPr>
        <p:spPr>
          <a:xfrm rot="1822425">
            <a:off x="6571241" y="1705784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291997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F5F5C-7F5D-1D8C-B8CD-104DAD66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ED8828-FE16-37EB-AEE2-17F7F6D589EC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7E69A3-E5CF-B8C5-AD45-145D1506A148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BBDFA-ED43-F78B-3E38-DE61013525BC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93A5BE2B-E4A0-4EAE-E6DA-61486796A232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3503026-AEF5-A578-40B2-98A207073BC6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74629347-9CA3-BAF8-BF17-ECE8602B7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D7B733E-7434-3E2E-55FC-DCA6175A4C3D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1D9EEEA-CD85-5E96-F9DA-B6530DF7A628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FD80DA7-28BC-2193-C9D6-2D706B9E8759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4522D5-C31A-6FB6-CB4A-029F8252C088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480E18AD-28ED-D3FB-A0C9-161BF9214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F48B2E4D-D9E6-2BD0-890B-51690DF432FA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29F5368-0106-A378-FFED-3140C4F969CE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7C4B029-3FAE-5348-9358-4C73FAD683C0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87BCF9-9C49-A581-EFEA-1BB5CE9C2CE5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739550DE-77AA-1E38-E48A-9AF768C712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92E8D2C-0380-2C90-3D04-BE0D1AE53A0B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9E720A7-59D9-EB43-3E3E-F75846E701C0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8C5DA2-67A7-743A-9935-05EAE42F981D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EB39E244-9DCB-ACEE-A9D1-5E654346CEC1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83E44D8E-660B-ECC2-E32E-9A358B1203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6755F44F-D342-77C0-1F86-DEB4630E1123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2D3AD3A-5108-134E-4D4A-7FBB0E2BA653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EC970CC0-74D9-4CAB-E61D-DEEEED77D7DE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E87B0D-3014-F0BE-E3D9-A8A255B5F3AF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847C4AEB-7CD6-CA7F-6C05-FE522F36C295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3AF3305-CFFF-EC64-53EF-1D62D15C6E49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0BC92ECE-B4DF-4325-5951-8ED07B5AA9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7E7E42D4-1876-B4BC-98DA-3334F9976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8C699-3917-F834-DA1E-4B169A1342DC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39DADDB-67D7-9DCF-EF74-10D00564EF2F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3FFB57-124A-1F36-4275-CC060F4BD236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85402C-727B-E098-0317-8A6AFBEEC30C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CF8994A-79EC-D27E-B239-AD7FA95F8977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86C598F-2DA6-E5D4-D8A6-B91092B9A4FD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F13E623-B0AF-9615-5840-A6EAAED47373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FC17767-158B-544E-564E-D6C287650AF7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5C7BB59-E456-4531-A7C7-A5D1AA9BC3C1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D45D4DB-056A-67E8-5DF5-DBF2D97D6EFF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BF3B374-D9A1-34AB-C4E8-C985EFE254B8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19050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4F2399D-5262-7838-2380-A1EDF7E02A14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A63C06B-B198-3CA7-09D3-37562912A6DD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D4575E7-90F2-E3A6-ACDC-045B29A73CDB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CF2452-8F47-08FC-DF0F-60C1339F15C5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8AF0DE-5679-A46D-5472-08640096F85C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D509599-BBC8-8C01-F08C-DD36CE52B815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CBAAB3B-A08C-D880-DD4C-5D5EAE63659D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807D9AB-3E85-7DC1-253A-4198052C29BD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AB9D111-0677-F300-9DEB-D73BF5DCF717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3F6834-6509-FA61-34DF-9ADEE5E16D9C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D3A85CC-F96B-67B5-FA28-6EE12ECA667C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604D3FA-D009-D9B5-CC10-FED190C3FFB5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6B3C8C-A544-58D7-9C1C-1C1336577E3D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7A91A46F-182A-3454-9D37-CBBBFFF278F0}"/>
              </a:ext>
            </a:extLst>
          </p:cNvPr>
          <p:cNvSpPr/>
          <p:nvPr/>
        </p:nvSpPr>
        <p:spPr>
          <a:xfrm rot="1822425">
            <a:off x="6571241" y="1982740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3164913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0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BDF4B-501B-D245-2564-F10865F3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D1E6FB-C052-02DE-EBF1-F573327B4A57}"/>
              </a:ext>
            </a:extLst>
          </p:cNvPr>
          <p:cNvSpPr/>
          <p:nvPr/>
        </p:nvSpPr>
        <p:spPr>
          <a:xfrm>
            <a:off x="3128266" y="731419"/>
            <a:ext cx="580481" cy="558439"/>
          </a:xfrm>
          <a:prstGeom prst="ellipse">
            <a:avLst/>
          </a:prstGeom>
          <a:gradFill flip="none" rotWithShape="1">
            <a:gsLst>
              <a:gs pos="0">
                <a:srgbClr val="01A4E1">
                  <a:tint val="66000"/>
                  <a:satMod val="160000"/>
                </a:srgbClr>
              </a:gs>
              <a:gs pos="60000">
                <a:srgbClr val="01A4E1">
                  <a:tint val="44500"/>
                  <a:satMod val="160000"/>
                </a:srgbClr>
              </a:gs>
              <a:gs pos="100000">
                <a:srgbClr val="01A4E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675" b="1" dirty="0">
                <a:solidFill>
                  <a:schemeClr val="tx1"/>
                </a:solidFill>
              </a:rPr>
              <a:t>OSIT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70E93D-C293-2F43-F59D-9FB465E95BF5}"/>
              </a:ext>
            </a:extLst>
          </p:cNvPr>
          <p:cNvSpPr/>
          <p:nvPr/>
        </p:nvSpPr>
        <p:spPr>
          <a:xfrm>
            <a:off x="3024161" y="639570"/>
            <a:ext cx="788668" cy="74213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45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4E222D-57BA-CDC9-228E-F9E0D4B9696D}"/>
              </a:ext>
            </a:extLst>
          </p:cNvPr>
          <p:cNvSpPr/>
          <p:nvPr/>
        </p:nvSpPr>
        <p:spPr>
          <a:xfrm>
            <a:off x="284471" y="1455185"/>
            <a:ext cx="783425" cy="61678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Knowledge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D6B0886D-22F3-1D10-C20B-71A9EC97487A}"/>
              </a:ext>
            </a:extLst>
          </p:cNvPr>
          <p:cNvSpPr/>
          <p:nvPr/>
        </p:nvSpPr>
        <p:spPr>
          <a:xfrm rot="16200000">
            <a:off x="303454" y="1436191"/>
            <a:ext cx="587827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00CC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6AF6EE3-7841-770A-6332-DA0DB1B6215B}"/>
              </a:ext>
            </a:extLst>
          </p:cNvPr>
          <p:cNvSpPr/>
          <p:nvPr/>
        </p:nvSpPr>
        <p:spPr>
          <a:xfrm>
            <a:off x="203795" y="1639798"/>
            <a:ext cx="198395" cy="202065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10" name="Graphic 24" descr="Head with gears with solid fill">
            <a:extLst>
              <a:ext uri="{FF2B5EF4-FFF2-40B4-BE49-F238E27FC236}">
                <a16:creationId xmlns:a16="http://schemas.microsoft.com/office/drawing/2014/main" id="{D3D5814B-A729-440B-B5EF-F04510DD8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753" y="1641017"/>
            <a:ext cx="198395" cy="1983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1438C7F-CE75-CFDA-BB0E-F7642CD03CB7}"/>
              </a:ext>
            </a:extLst>
          </p:cNvPr>
          <p:cNvSpPr/>
          <p:nvPr/>
        </p:nvSpPr>
        <p:spPr>
          <a:xfrm>
            <a:off x="1455035" y="1451597"/>
            <a:ext cx="677452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B8C012C-1743-290C-DF18-24B7A38495F6}"/>
              </a:ext>
            </a:extLst>
          </p:cNvPr>
          <p:cNvSpPr/>
          <p:nvPr/>
        </p:nvSpPr>
        <p:spPr>
          <a:xfrm rot="16200000">
            <a:off x="1474021" y="1432618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A454151-78A6-8EEE-1D64-4AB7F7729529}"/>
              </a:ext>
            </a:extLst>
          </p:cNvPr>
          <p:cNvSpPr/>
          <p:nvPr/>
        </p:nvSpPr>
        <p:spPr>
          <a:xfrm>
            <a:off x="1374365" y="163622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74551C-C19F-50A7-DFD2-DCC0B2305F5E}"/>
              </a:ext>
            </a:extLst>
          </p:cNvPr>
          <p:cNvCxnSpPr>
            <a:cxnSpLocks/>
          </p:cNvCxnSpPr>
          <p:nvPr/>
        </p:nvCxnSpPr>
        <p:spPr>
          <a:xfrm flipV="1">
            <a:off x="1802161" y="1010638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Graphic 44" descr="Teacher outline">
            <a:extLst>
              <a:ext uri="{FF2B5EF4-FFF2-40B4-BE49-F238E27FC236}">
                <a16:creationId xmlns:a16="http://schemas.microsoft.com/office/drawing/2014/main" id="{B1DD4635-E367-D512-0CE9-E12A89153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4768" y="1642960"/>
            <a:ext cx="168697" cy="16869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A4642850-16EF-B9FD-E957-8DE4C2771C3D}"/>
              </a:ext>
            </a:extLst>
          </p:cNvPr>
          <p:cNvSpPr/>
          <p:nvPr/>
        </p:nvSpPr>
        <p:spPr>
          <a:xfrm>
            <a:off x="4601382" y="1458747"/>
            <a:ext cx="70646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BIM on Projects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57D4345-5E2D-9EAD-F78D-67A0EBFED4D8}"/>
              </a:ext>
            </a:extLst>
          </p:cNvPr>
          <p:cNvSpPr/>
          <p:nvPr/>
        </p:nvSpPr>
        <p:spPr>
          <a:xfrm rot="16200000">
            <a:off x="4620365" y="1439763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6701A12-566C-7A40-AE32-527912EAACA8}"/>
              </a:ext>
            </a:extLst>
          </p:cNvPr>
          <p:cNvSpPr/>
          <p:nvPr/>
        </p:nvSpPr>
        <p:spPr>
          <a:xfrm>
            <a:off x="4520706" y="164337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81ED1E-2C98-7D37-23AD-34127FA64035}"/>
              </a:ext>
            </a:extLst>
          </p:cNvPr>
          <p:cNvCxnSpPr/>
          <p:nvPr/>
        </p:nvCxnSpPr>
        <p:spPr>
          <a:xfrm flipV="1">
            <a:off x="4965147" y="1010634"/>
            <a:ext cx="1379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55" descr="Meeting outline">
            <a:extLst>
              <a:ext uri="{FF2B5EF4-FFF2-40B4-BE49-F238E27FC236}">
                <a16:creationId xmlns:a16="http://schemas.microsoft.com/office/drawing/2014/main" id="{CD25B49F-8A30-1DC1-EE8D-DF188F9077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7035" y="1632243"/>
            <a:ext cx="202063" cy="20206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34F4829-B481-9CDC-3644-FC90D07AC00B}"/>
              </a:ext>
            </a:extLst>
          </p:cNvPr>
          <p:cNvSpPr/>
          <p:nvPr/>
        </p:nvSpPr>
        <p:spPr>
          <a:xfrm>
            <a:off x="5835976" y="1455174"/>
            <a:ext cx="825695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>
                <a:solidFill>
                  <a:schemeClr val="tx1"/>
                </a:solidFill>
              </a:rPr>
              <a:t>BIM in Organisation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B24C4C54-6057-3D6B-652B-923B50142782}"/>
              </a:ext>
            </a:extLst>
          </p:cNvPr>
          <p:cNvSpPr/>
          <p:nvPr/>
        </p:nvSpPr>
        <p:spPr>
          <a:xfrm rot="16200000">
            <a:off x="5854965" y="143619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D3E34-B540-1BC6-B768-08F29780DC60}"/>
              </a:ext>
            </a:extLst>
          </p:cNvPr>
          <p:cNvCxnSpPr/>
          <p:nvPr/>
        </p:nvCxnSpPr>
        <p:spPr>
          <a:xfrm flipV="1">
            <a:off x="6236121" y="1007067"/>
            <a:ext cx="1379" cy="444545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BC3280B9-3908-64B0-2C72-BCAC39258AD2}"/>
              </a:ext>
            </a:extLst>
          </p:cNvPr>
          <p:cNvSpPr/>
          <p:nvPr/>
        </p:nvSpPr>
        <p:spPr>
          <a:xfrm>
            <a:off x="5738622" y="1642953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25" name="Graphic 65" descr="Building outline">
            <a:extLst>
              <a:ext uri="{FF2B5EF4-FFF2-40B4-BE49-F238E27FC236}">
                <a16:creationId xmlns:a16="http://schemas.microsoft.com/office/drawing/2014/main" id="{54708870-8D0B-2541-3D42-70A922A65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34951" y="1642339"/>
            <a:ext cx="202065" cy="20206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9C5BF96-7665-8E76-C05C-7910C1317A73}"/>
              </a:ext>
            </a:extLst>
          </p:cNvPr>
          <p:cNvSpPr/>
          <p:nvPr/>
        </p:nvSpPr>
        <p:spPr>
          <a:xfrm>
            <a:off x="2529958" y="1585166"/>
            <a:ext cx="654516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64" dirty="0">
                <a:solidFill>
                  <a:schemeClr val="tx1"/>
                </a:solidFill>
              </a:rPr>
              <a:t>Gap Analysis Output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D1720482-2ADA-B299-0CF7-C00F132F36CD}"/>
              </a:ext>
            </a:extLst>
          </p:cNvPr>
          <p:cNvSpPr/>
          <p:nvPr/>
        </p:nvSpPr>
        <p:spPr>
          <a:xfrm rot="16200000">
            <a:off x="2548947" y="1566186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F1B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A6D23540-4AA1-1CF1-E1BF-4B824F5EF6CD}"/>
              </a:ext>
            </a:extLst>
          </p:cNvPr>
          <p:cNvSpPr/>
          <p:nvPr/>
        </p:nvSpPr>
        <p:spPr>
          <a:xfrm>
            <a:off x="2449290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EDC2AE-7AFD-1D7F-DC48-34FFF096F083}"/>
              </a:ext>
            </a:extLst>
          </p:cNvPr>
          <p:cNvSpPr/>
          <p:nvPr/>
        </p:nvSpPr>
        <p:spPr>
          <a:xfrm>
            <a:off x="3478274" y="1572214"/>
            <a:ext cx="851507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564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E62A552-525F-5849-5BE8-38027D915A85}"/>
              </a:ext>
            </a:extLst>
          </p:cNvPr>
          <p:cNvSpPr/>
          <p:nvPr/>
        </p:nvSpPr>
        <p:spPr>
          <a:xfrm rot="16200000">
            <a:off x="3497261" y="1553231"/>
            <a:ext cx="587828" cy="625795"/>
          </a:xfrm>
          <a:prstGeom prst="arc">
            <a:avLst>
              <a:gd name="adj1" fmla="val 11811258"/>
              <a:gd name="adj2" fmla="val 20611469"/>
            </a:avLst>
          </a:prstGeom>
          <a:ln w="76200">
            <a:solidFill>
              <a:srgbClr val="669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7C5340F-339C-8764-16B4-CC5F7F06414E}"/>
              </a:ext>
            </a:extLst>
          </p:cNvPr>
          <p:cNvSpPr/>
          <p:nvPr/>
        </p:nvSpPr>
        <p:spPr>
          <a:xfrm>
            <a:off x="3401273" y="1765101"/>
            <a:ext cx="198395" cy="20206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 sz="1015"/>
          </a:p>
        </p:txBody>
      </p:sp>
      <p:pic>
        <p:nvPicPr>
          <p:cNvPr id="32" name="Graphic 75" descr="Research outline">
            <a:extLst>
              <a:ext uri="{FF2B5EF4-FFF2-40B4-BE49-F238E27FC236}">
                <a16:creationId xmlns:a16="http://schemas.microsoft.com/office/drawing/2014/main" id="{F8B800A0-ABB3-73BE-55BC-C796DFAA5F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4273" y="1765108"/>
            <a:ext cx="193799" cy="193799"/>
          </a:xfrm>
          <a:prstGeom prst="rect">
            <a:avLst/>
          </a:prstGeom>
        </p:spPr>
      </p:pic>
      <p:pic>
        <p:nvPicPr>
          <p:cNvPr id="33" name="Picture 32" descr="8,700+ Certification Icon Stock Illustrations, Royalty-Free ...">
            <a:extLst>
              <a:ext uri="{FF2B5EF4-FFF2-40B4-BE49-F238E27FC236}">
                <a16:creationId xmlns:a16="http://schemas.microsoft.com/office/drawing/2014/main" id="{630D349A-145E-AE2B-76C0-4D263FBB8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121" y="1799502"/>
            <a:ext cx="131427" cy="1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7EEB9D-4EE1-643B-66F4-A2E454A9A8A4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905203" y="1273018"/>
            <a:ext cx="234452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C8EF83-1F96-0A2D-8277-D42A35099B73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697338" y="1273018"/>
            <a:ext cx="224801" cy="295161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572CD46-B983-71F0-DC27-CED0089CB9B8}"/>
              </a:ext>
            </a:extLst>
          </p:cNvPr>
          <p:cNvCxnSpPr>
            <a:stCxn id="5" idx="2"/>
          </p:cNvCxnSpPr>
          <p:nvPr/>
        </p:nvCxnSpPr>
        <p:spPr>
          <a:xfrm flipH="1">
            <a:off x="594005" y="1010620"/>
            <a:ext cx="243015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B39EBCE-1A9F-0FC5-556F-25AFD528805B}"/>
              </a:ext>
            </a:extLst>
          </p:cNvPr>
          <p:cNvCxnSpPr>
            <a:cxnSpLocks/>
          </p:cNvCxnSpPr>
          <p:nvPr/>
        </p:nvCxnSpPr>
        <p:spPr>
          <a:xfrm>
            <a:off x="593999" y="1010625"/>
            <a:ext cx="0" cy="444547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214F126-8D3F-7B13-0EF5-CEC0DD888B13}"/>
              </a:ext>
            </a:extLst>
          </p:cNvPr>
          <p:cNvCxnSpPr/>
          <p:nvPr/>
        </p:nvCxnSpPr>
        <p:spPr>
          <a:xfrm flipH="1">
            <a:off x="3812829" y="1010625"/>
            <a:ext cx="2430152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E28CDAA-CEC6-A300-160C-4C750D9319A5}"/>
              </a:ext>
            </a:extLst>
          </p:cNvPr>
          <p:cNvSpPr/>
          <p:nvPr/>
        </p:nvSpPr>
        <p:spPr>
          <a:xfrm>
            <a:off x="2392977" y="2492512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Technology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DD0721C-44C8-1AF1-4505-7D52F25B5967}"/>
              </a:ext>
            </a:extLst>
          </p:cNvPr>
          <p:cNvSpPr/>
          <p:nvPr/>
        </p:nvSpPr>
        <p:spPr>
          <a:xfrm>
            <a:off x="2401614" y="2785753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Policy and Governance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114334D-438B-C255-2E7F-BF852CA5F2EC}"/>
              </a:ext>
            </a:extLst>
          </p:cNvPr>
          <p:cNvSpPr/>
          <p:nvPr/>
        </p:nvSpPr>
        <p:spPr>
          <a:xfrm>
            <a:off x="4433992" y="2629713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Construction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BA3B17E-731D-60B4-26D3-6CB7A92E2A60}"/>
              </a:ext>
            </a:extLst>
          </p:cNvPr>
          <p:cNvSpPr/>
          <p:nvPr/>
        </p:nvSpPr>
        <p:spPr>
          <a:xfrm>
            <a:off x="4433984" y="2910360"/>
            <a:ext cx="989128" cy="202065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Asset/FM Team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08311F8-C6A7-85DC-4F24-602404D871B0}"/>
              </a:ext>
            </a:extLst>
          </p:cNvPr>
          <p:cNvSpPr/>
          <p:nvPr/>
        </p:nvSpPr>
        <p:spPr>
          <a:xfrm>
            <a:off x="5742227" y="2071968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902306-4A69-2B97-13A1-EF6121D3F84D}"/>
              </a:ext>
            </a:extLst>
          </p:cNvPr>
          <p:cNvSpPr/>
          <p:nvPr/>
        </p:nvSpPr>
        <p:spPr>
          <a:xfrm>
            <a:off x="5740378" y="2352615"/>
            <a:ext cx="989129" cy="202063"/>
          </a:xfrm>
          <a:prstGeom prst="roundRect">
            <a:avLst/>
          </a:prstGeom>
          <a:ln w="3175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 Appointed Party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0736C0E-D192-2366-3A7C-F80F08CAB722}"/>
              </a:ext>
            </a:extLst>
          </p:cNvPr>
          <p:cNvSpPr/>
          <p:nvPr/>
        </p:nvSpPr>
        <p:spPr>
          <a:xfrm>
            <a:off x="5740378" y="2642665"/>
            <a:ext cx="989129" cy="202063"/>
          </a:xfrm>
          <a:prstGeom prst="roundRect">
            <a:avLst/>
          </a:prstGeom>
          <a:ln w="19050">
            <a:solidFill>
              <a:srgbClr val="7820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Appointed Party  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76B32EB-B657-FDCC-4DA9-ED9BEFD54D8E}"/>
              </a:ext>
            </a:extLst>
          </p:cNvPr>
          <p:cNvSpPr/>
          <p:nvPr/>
        </p:nvSpPr>
        <p:spPr>
          <a:xfrm>
            <a:off x="1882216" y="265793"/>
            <a:ext cx="672401" cy="58782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b="1" dirty="0">
                <a:solidFill>
                  <a:schemeClr val="tx1"/>
                </a:solidFill>
              </a:rPr>
              <a:t>ABOUT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3E5260E-37AC-4094-14E8-1EF5BEE797A8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2554623" y="559717"/>
            <a:ext cx="573632" cy="178888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AA81340-85FC-BD3B-69C2-CE5556AD35D5}"/>
              </a:ext>
            </a:extLst>
          </p:cNvPr>
          <p:cNvSpPr/>
          <p:nvPr/>
        </p:nvSpPr>
        <p:spPr>
          <a:xfrm>
            <a:off x="1388250" y="2331552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Client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270ED2-EC6C-2259-00EF-C35B84341AF3}"/>
              </a:ext>
            </a:extLst>
          </p:cNvPr>
          <p:cNvSpPr/>
          <p:nvPr/>
        </p:nvSpPr>
        <p:spPr>
          <a:xfrm>
            <a:off x="3571979" y="2190777"/>
            <a:ext cx="654516" cy="351368"/>
          </a:xfrm>
          <a:prstGeom prst="roundRect">
            <a:avLst/>
          </a:prstGeom>
          <a:ln w="3175">
            <a:solidFill>
              <a:srgbClr val="669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Individual</a:t>
            </a:r>
          </a:p>
          <a:p>
            <a:pPr algn="ctr"/>
            <a:r>
              <a:rPr lang="en-IE" sz="505" dirty="0"/>
              <a:t>Organisation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2D6412B-6639-6DC0-77BA-2EAE7B5FEA15}"/>
              </a:ext>
            </a:extLst>
          </p:cNvPr>
          <p:cNvSpPr/>
          <p:nvPr/>
        </p:nvSpPr>
        <p:spPr>
          <a:xfrm>
            <a:off x="1388250" y="2592980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 Management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7D685E9-3D73-FA11-6B68-2F7DAC7D59F8}"/>
              </a:ext>
            </a:extLst>
          </p:cNvPr>
          <p:cNvSpPr/>
          <p:nvPr/>
        </p:nvSpPr>
        <p:spPr>
          <a:xfrm>
            <a:off x="1388247" y="2854407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Project/BIM </a:t>
            </a:r>
          </a:p>
          <a:p>
            <a:pPr algn="ctr"/>
            <a:r>
              <a:rPr lang="en-IE" sz="505" dirty="0"/>
              <a:t>Coordinator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10E1BA1-57FD-FAFA-5E9D-83AF1ECBCEC1}"/>
              </a:ext>
            </a:extLst>
          </p:cNvPr>
          <p:cNvSpPr/>
          <p:nvPr/>
        </p:nvSpPr>
        <p:spPr>
          <a:xfrm>
            <a:off x="1388246" y="3115831"/>
            <a:ext cx="820665" cy="202065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Author/Modeller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B837A98-A55A-F0E8-BDA5-DA07D74FACC1}"/>
              </a:ext>
            </a:extLst>
          </p:cNvPr>
          <p:cNvSpPr/>
          <p:nvPr/>
        </p:nvSpPr>
        <p:spPr>
          <a:xfrm>
            <a:off x="2392977" y="2212221"/>
            <a:ext cx="942181" cy="202063"/>
          </a:xfrm>
          <a:prstGeom prst="roundRect">
            <a:avLst/>
          </a:prstGeom>
          <a:ln w="3175">
            <a:solidFill>
              <a:srgbClr val="F1B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People, Process &amp; Culture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ACB4037-8872-4EE8-641B-A8E0F6769E91}"/>
              </a:ext>
            </a:extLst>
          </p:cNvPr>
          <p:cNvSpPr/>
          <p:nvPr/>
        </p:nvSpPr>
        <p:spPr>
          <a:xfrm>
            <a:off x="4435840" y="2071968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Appointing Party - Client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D45A2A5-8016-BA93-79EF-56434348CE47}"/>
              </a:ext>
            </a:extLst>
          </p:cNvPr>
          <p:cNvSpPr/>
          <p:nvPr/>
        </p:nvSpPr>
        <p:spPr>
          <a:xfrm>
            <a:off x="4433992" y="2352615"/>
            <a:ext cx="989129" cy="202063"/>
          </a:xfrm>
          <a:prstGeom prst="round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(Lead) Appointed Party </a:t>
            </a:r>
          </a:p>
          <a:p>
            <a:pPr algn="ctr"/>
            <a:r>
              <a:rPr lang="en-IE" sz="505" dirty="0"/>
              <a:t>Design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E692128-2A68-5A15-620F-6E558D102225}"/>
              </a:ext>
            </a:extLst>
          </p:cNvPr>
          <p:cNvSpPr/>
          <p:nvPr/>
        </p:nvSpPr>
        <p:spPr>
          <a:xfrm>
            <a:off x="129637" y="2100874"/>
            <a:ext cx="1028347" cy="587827"/>
          </a:xfrm>
          <a:prstGeom prst="roundRect">
            <a:avLst/>
          </a:prstGeom>
          <a:ln w="3175">
            <a:solidFill>
              <a:srgbClr val="00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BIM &amp; ISO19650 Knowledge</a:t>
            </a:r>
          </a:p>
          <a:p>
            <a:pPr algn="ctr"/>
            <a:r>
              <a:rPr lang="en-IE" sz="505" dirty="0"/>
              <a:t>BIM Concepts</a:t>
            </a:r>
          </a:p>
          <a:p>
            <a:pPr algn="ctr"/>
            <a:r>
              <a:rPr lang="en-IE" sz="505" dirty="0"/>
              <a:t>BIM on Projects</a:t>
            </a:r>
          </a:p>
          <a:p>
            <a:pPr algn="ctr"/>
            <a:r>
              <a:rPr lang="en-IE" sz="505" dirty="0"/>
              <a:t>BIM Implementation</a:t>
            </a:r>
          </a:p>
          <a:p>
            <a:pPr algn="ctr"/>
            <a:r>
              <a:rPr lang="en-IE" sz="505" dirty="0"/>
              <a:t>BIM Mandate Assessor</a:t>
            </a:r>
          </a:p>
          <a:p>
            <a:pPr algn="ctr"/>
            <a:r>
              <a:rPr lang="en-IE" sz="505" dirty="0"/>
              <a:t>BIM Gap Analysis Toolkit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D5D61F-09EA-5CF0-0C9C-FCB5CB3EC007}"/>
              </a:ext>
            </a:extLst>
          </p:cNvPr>
          <p:cNvSpPr/>
          <p:nvPr/>
        </p:nvSpPr>
        <p:spPr>
          <a:xfrm>
            <a:off x="1388250" y="2084921"/>
            <a:ext cx="820665" cy="202063"/>
          </a:xfrm>
          <a:prstGeom prst="roundRect">
            <a:avLst/>
          </a:prstGeom>
          <a:ln w="3175">
            <a:solidFill>
              <a:srgbClr val="4E7AA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505" dirty="0"/>
              <a:t>Leadership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C35CD989-2AE7-AC4D-5C43-C88BB39C570F}"/>
              </a:ext>
            </a:extLst>
          </p:cNvPr>
          <p:cNvSpPr/>
          <p:nvPr/>
        </p:nvSpPr>
        <p:spPr>
          <a:xfrm rot="1822425">
            <a:off x="6571241" y="2254047"/>
            <a:ext cx="210165" cy="444599"/>
          </a:xfrm>
          <a:prstGeom prst="down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505"/>
          </a:p>
        </p:txBody>
      </p:sp>
    </p:spTree>
    <p:extLst>
      <p:ext uri="{BB962C8B-B14F-4D97-AF65-F5344CB8AC3E}">
        <p14:creationId xmlns:p14="http://schemas.microsoft.com/office/powerpoint/2010/main" val="15592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</TotalTime>
  <Words>1909</Words>
  <Application>Microsoft Office PowerPoint</Application>
  <PresentationFormat>Custom</PresentationFormat>
  <Paragraphs>759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Otreba</dc:creator>
  <cp:lastModifiedBy>Michal Otreba</cp:lastModifiedBy>
  <cp:revision>24</cp:revision>
  <dcterms:created xsi:type="dcterms:W3CDTF">2025-11-25T11:08:45Z</dcterms:created>
  <dcterms:modified xsi:type="dcterms:W3CDTF">2025-12-01T20:53:30Z</dcterms:modified>
</cp:coreProperties>
</file>